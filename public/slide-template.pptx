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9" r:id="rId2"/>
    <p:sldId id="271" r:id="rId3"/>
    <p:sldId id="280" r:id="rId4"/>
    <p:sldId id="281" r:id="rId5"/>
    <p:sldId id="26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751518-9A32-41CE-AFFF-DF96056CAE9B}" v="6" dt="2026-08-08T06:20:53.9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um Merchant" userId="4815741c-84d6-4921-b7ba-dabe991c7282" providerId="ADAL" clId="{179D9243-B0AD-4F19-9B65-FDA90F55C866}"/>
    <pc:docChg chg="undo redo custSel addSld modSld">
      <pc:chgData name="Hanum Merchant" userId="4815741c-84d6-4921-b7ba-dabe991c7282" providerId="ADAL" clId="{179D9243-B0AD-4F19-9B65-FDA90F55C866}" dt="2026-08-08T06:26:22.784" v="656" actId="1035"/>
      <pc:docMkLst>
        <pc:docMk/>
      </pc:docMkLst>
      <pc:sldChg chg="addSp delSp modSp mod">
        <pc:chgData name="Hanum Merchant" userId="4815741c-84d6-4921-b7ba-dabe991c7282" providerId="ADAL" clId="{179D9243-B0AD-4F19-9B65-FDA90F55C866}" dt="2026-08-08T06:22:51.153" v="451" actId="20577"/>
        <pc:sldMkLst>
          <pc:docMk/>
          <pc:sldMk cId="3757967214" sldId="271"/>
        </pc:sldMkLst>
        <pc:spChg chg="add mod">
          <ac:chgData name="Hanum Merchant" userId="4815741c-84d6-4921-b7ba-dabe991c7282" providerId="ADAL" clId="{179D9243-B0AD-4F19-9B65-FDA90F55C866}" dt="2026-08-08T06:22:51.153" v="451" actId="20577"/>
          <ac:spMkLst>
            <pc:docMk/>
            <pc:sldMk cId="3757967214" sldId="271"/>
            <ac:spMk id="3" creationId="{31260B3D-C511-A282-5A28-9E376C2DDB0A}"/>
          </ac:spMkLst>
        </pc:spChg>
        <pc:spChg chg="del">
          <ac:chgData name="Hanum Merchant" userId="4815741c-84d6-4921-b7ba-dabe991c7282" providerId="ADAL" clId="{179D9243-B0AD-4F19-9B65-FDA90F55C866}" dt="2026-08-08T06:14:32.036" v="10" actId="478"/>
          <ac:spMkLst>
            <pc:docMk/>
            <pc:sldMk cId="3757967214" sldId="271"/>
            <ac:spMk id="5" creationId="{C00199EC-AE8C-6085-2489-2C79E79FC32F}"/>
          </ac:spMkLst>
        </pc:spChg>
        <pc:spChg chg="mod">
          <ac:chgData name="Hanum Merchant" userId="4815741c-84d6-4921-b7ba-dabe991c7282" providerId="ADAL" clId="{179D9243-B0AD-4F19-9B65-FDA90F55C866}" dt="2026-08-08T06:14:19.246" v="9" actId="20577"/>
          <ac:spMkLst>
            <pc:docMk/>
            <pc:sldMk cId="3757967214" sldId="271"/>
            <ac:spMk id="7" creationId="{4A998B68-5C94-3C17-5C4B-6BA2409AF377}"/>
          </ac:spMkLst>
        </pc:spChg>
        <pc:spChg chg="add mod">
          <ac:chgData name="Hanum Merchant" userId="4815741c-84d6-4921-b7ba-dabe991c7282" providerId="ADAL" clId="{179D9243-B0AD-4F19-9B65-FDA90F55C866}" dt="2026-08-08T06:17:23.678" v="157" actId="2711"/>
          <ac:spMkLst>
            <pc:docMk/>
            <pc:sldMk cId="3757967214" sldId="271"/>
            <ac:spMk id="9" creationId="{3243BAA4-F7C9-0A4A-98B0-ED9E3D997962}"/>
          </ac:spMkLst>
        </pc:spChg>
        <pc:spChg chg="add mod">
          <ac:chgData name="Hanum Merchant" userId="4815741c-84d6-4921-b7ba-dabe991c7282" providerId="ADAL" clId="{179D9243-B0AD-4F19-9B65-FDA90F55C866}" dt="2026-08-08T06:17:23.678" v="157" actId="2711"/>
          <ac:spMkLst>
            <pc:docMk/>
            <pc:sldMk cId="3757967214" sldId="271"/>
            <ac:spMk id="13" creationId="{D7670C03-98B4-81F5-2689-BF3D1FD2374C}"/>
          </ac:spMkLst>
        </pc:spChg>
        <pc:spChg chg="add mod">
          <ac:chgData name="Hanum Merchant" userId="4815741c-84d6-4921-b7ba-dabe991c7282" providerId="ADAL" clId="{179D9243-B0AD-4F19-9B65-FDA90F55C866}" dt="2026-08-08T06:17:23.678" v="157" actId="2711"/>
          <ac:spMkLst>
            <pc:docMk/>
            <pc:sldMk cId="3757967214" sldId="271"/>
            <ac:spMk id="19" creationId="{F9923AFE-D949-8632-8904-5DA9E722C733}"/>
          </ac:spMkLst>
        </pc:spChg>
        <pc:spChg chg="add mod">
          <ac:chgData name="Hanum Merchant" userId="4815741c-84d6-4921-b7ba-dabe991c7282" providerId="ADAL" clId="{179D9243-B0AD-4F19-9B65-FDA90F55C866}" dt="2026-08-08T06:17:23.678" v="157" actId="2711"/>
          <ac:spMkLst>
            <pc:docMk/>
            <pc:sldMk cId="3757967214" sldId="271"/>
            <ac:spMk id="25" creationId="{1F3ECDE4-DEE8-22C7-3A88-3D9CCDA13D38}"/>
          </ac:spMkLst>
        </pc:spChg>
        <pc:spChg chg="add mod">
          <ac:chgData name="Hanum Merchant" userId="4815741c-84d6-4921-b7ba-dabe991c7282" providerId="ADAL" clId="{179D9243-B0AD-4F19-9B65-FDA90F55C866}" dt="2026-08-08T06:17:23.678" v="157" actId="2711"/>
          <ac:spMkLst>
            <pc:docMk/>
            <pc:sldMk cId="3757967214" sldId="271"/>
            <ac:spMk id="31" creationId="{9065B844-2C3A-5FF6-5F50-B48C9B9968EE}"/>
          </ac:spMkLst>
        </pc:spChg>
        <pc:spChg chg="mod">
          <ac:chgData name="Hanum Merchant" userId="4815741c-84d6-4921-b7ba-dabe991c7282" providerId="ADAL" clId="{179D9243-B0AD-4F19-9B65-FDA90F55C866}" dt="2026-08-08T06:16:09.128" v="133" actId="1036"/>
          <ac:spMkLst>
            <pc:docMk/>
            <pc:sldMk cId="3757967214" sldId="271"/>
            <ac:spMk id="33" creationId="{5889885F-BC9E-AB00-673F-10351F252D92}"/>
          </ac:spMkLst>
        </pc:spChg>
        <pc:spChg chg="add mod">
          <ac:chgData name="Hanum Merchant" userId="4815741c-84d6-4921-b7ba-dabe991c7282" providerId="ADAL" clId="{179D9243-B0AD-4F19-9B65-FDA90F55C866}" dt="2026-08-08T06:21:35.227" v="374" actId="20577"/>
          <ac:spMkLst>
            <pc:docMk/>
            <pc:sldMk cId="3757967214" sldId="271"/>
            <ac:spMk id="35" creationId="{0038A151-B2C1-4F93-E0C3-2963BB33AF0C}"/>
          </ac:spMkLst>
        </pc:spChg>
        <pc:spChg chg="mod">
          <ac:chgData name="Hanum Merchant" userId="4815741c-84d6-4921-b7ba-dabe991c7282" providerId="ADAL" clId="{179D9243-B0AD-4F19-9B65-FDA90F55C866}" dt="2026-08-08T06:16:09.128" v="133" actId="1036"/>
          <ac:spMkLst>
            <pc:docMk/>
            <pc:sldMk cId="3757967214" sldId="271"/>
            <ac:spMk id="37" creationId="{69C4FF7A-79F1-8A14-EF31-B73CB60F50CF}"/>
          </ac:spMkLst>
        </pc:spChg>
        <pc:spChg chg="mod">
          <ac:chgData name="Hanum Merchant" userId="4815741c-84d6-4921-b7ba-dabe991c7282" providerId="ADAL" clId="{179D9243-B0AD-4F19-9B65-FDA90F55C866}" dt="2026-08-08T06:21:45.350" v="382" actId="20577"/>
          <ac:spMkLst>
            <pc:docMk/>
            <pc:sldMk cId="3757967214" sldId="271"/>
            <ac:spMk id="39" creationId="{E3B0272B-A9AC-B200-E817-0E06C74583E7}"/>
          </ac:spMkLst>
        </pc:spChg>
        <pc:spChg chg="mod">
          <ac:chgData name="Hanum Merchant" userId="4815741c-84d6-4921-b7ba-dabe991c7282" providerId="ADAL" clId="{179D9243-B0AD-4F19-9B65-FDA90F55C866}" dt="2026-08-08T06:16:09.128" v="133" actId="1036"/>
          <ac:spMkLst>
            <pc:docMk/>
            <pc:sldMk cId="3757967214" sldId="271"/>
            <ac:spMk id="41" creationId="{C6D2C38A-87E8-1E07-600F-333F73D1F0CA}"/>
          </ac:spMkLst>
        </pc:spChg>
        <pc:spChg chg="add mod">
          <ac:chgData name="Hanum Merchant" userId="4815741c-84d6-4921-b7ba-dabe991c7282" providerId="ADAL" clId="{179D9243-B0AD-4F19-9B65-FDA90F55C866}" dt="2026-08-08T06:21:56.159" v="386" actId="20577"/>
          <ac:spMkLst>
            <pc:docMk/>
            <pc:sldMk cId="3757967214" sldId="271"/>
            <ac:spMk id="43" creationId="{512B4917-744C-F62E-7866-E458FE16535E}"/>
          </ac:spMkLst>
        </pc:spChg>
        <pc:spChg chg="mod">
          <ac:chgData name="Hanum Merchant" userId="4815741c-84d6-4921-b7ba-dabe991c7282" providerId="ADAL" clId="{179D9243-B0AD-4F19-9B65-FDA90F55C866}" dt="2026-08-08T06:15:15.520" v="94" actId="1036"/>
          <ac:spMkLst>
            <pc:docMk/>
            <pc:sldMk cId="3757967214" sldId="271"/>
            <ac:spMk id="45" creationId="{FAEDE431-3CEF-C20E-E230-4F1F7FAF8876}"/>
          </ac:spMkLst>
        </pc:spChg>
        <pc:spChg chg="mod">
          <ac:chgData name="Hanum Merchant" userId="4815741c-84d6-4921-b7ba-dabe991c7282" providerId="ADAL" clId="{179D9243-B0AD-4F19-9B65-FDA90F55C866}" dt="2026-08-08T06:15:11.227" v="81" actId="1035"/>
          <ac:spMkLst>
            <pc:docMk/>
            <pc:sldMk cId="3757967214" sldId="271"/>
            <ac:spMk id="49" creationId="{849EBC57-C707-10A9-EA55-C0FE39F7C835}"/>
          </ac:spMkLst>
        </pc:spChg>
        <pc:spChg chg="mod">
          <ac:chgData name="Hanum Merchant" userId="4815741c-84d6-4921-b7ba-dabe991c7282" providerId="ADAL" clId="{179D9243-B0AD-4F19-9B65-FDA90F55C866}" dt="2026-08-08T06:14:48.488" v="35" actId="1036"/>
          <ac:spMkLst>
            <pc:docMk/>
            <pc:sldMk cId="3757967214" sldId="271"/>
            <ac:spMk id="53" creationId="{FC629629-AC7F-4665-4643-DBDF66574BF7}"/>
          </ac:spMkLst>
        </pc:spChg>
        <pc:spChg chg="add mod">
          <ac:chgData name="Hanum Merchant" userId="4815741c-84d6-4921-b7ba-dabe991c7282" providerId="ADAL" clId="{179D9243-B0AD-4F19-9B65-FDA90F55C866}" dt="2026-08-08T06:17:23.678" v="157" actId="2711"/>
          <ac:spMkLst>
            <pc:docMk/>
            <pc:sldMk cId="3757967214" sldId="271"/>
            <ac:spMk id="57" creationId="{98E35201-7904-697E-033E-F3DCDDF2284B}"/>
          </ac:spMkLst>
        </pc:spChg>
        <pc:spChg chg="add mod">
          <ac:chgData name="Hanum Merchant" userId="4815741c-84d6-4921-b7ba-dabe991c7282" providerId="ADAL" clId="{179D9243-B0AD-4F19-9B65-FDA90F55C866}" dt="2026-08-08T06:17:23.678" v="157" actId="2711"/>
          <ac:spMkLst>
            <pc:docMk/>
            <pc:sldMk cId="3757967214" sldId="271"/>
            <ac:spMk id="61" creationId="{BF8E8762-63A0-4B1A-65EC-653646219142}"/>
          </ac:spMkLst>
        </pc:spChg>
        <pc:graphicFrameChg chg="mod modGraphic">
          <ac:chgData name="Hanum Merchant" userId="4815741c-84d6-4921-b7ba-dabe991c7282" providerId="ADAL" clId="{179D9243-B0AD-4F19-9B65-FDA90F55C866}" dt="2026-08-08T06:21:02.457" v="353" actId="6549"/>
          <ac:graphicFrameMkLst>
            <pc:docMk/>
            <pc:sldMk cId="3757967214" sldId="271"/>
            <ac:graphicFrameMk id="47" creationId="{FDB8D694-F325-A4B1-406A-A55A3CD84BDF}"/>
          </ac:graphicFrameMkLst>
        </pc:graphicFrameChg>
        <pc:graphicFrameChg chg="mod modGraphic">
          <ac:chgData name="Hanum Merchant" userId="4815741c-84d6-4921-b7ba-dabe991c7282" providerId="ADAL" clId="{179D9243-B0AD-4F19-9B65-FDA90F55C866}" dt="2026-08-08T06:21:10.097" v="354" actId="6549"/>
          <ac:graphicFrameMkLst>
            <pc:docMk/>
            <pc:sldMk cId="3757967214" sldId="271"/>
            <ac:graphicFrameMk id="51" creationId="{B7586ED6-0E7E-DA4C-120F-49EE9B4F61DB}"/>
          </ac:graphicFrameMkLst>
        </pc:graphicFrameChg>
        <pc:graphicFrameChg chg="mod modGraphic">
          <ac:chgData name="Hanum Merchant" userId="4815741c-84d6-4921-b7ba-dabe991c7282" providerId="ADAL" clId="{179D9243-B0AD-4F19-9B65-FDA90F55C866}" dt="2026-08-08T06:22:01.165" v="387" actId="6549"/>
          <ac:graphicFrameMkLst>
            <pc:docMk/>
            <pc:sldMk cId="3757967214" sldId="271"/>
            <ac:graphicFrameMk id="55" creationId="{E927BB38-D4D6-B4C7-4CC1-E93DD3A63350}"/>
          </ac:graphicFrameMkLst>
        </pc:graphicFrameChg>
        <pc:graphicFrameChg chg="mod modGraphic">
          <ac:chgData name="Hanum Merchant" userId="4815741c-84d6-4921-b7ba-dabe991c7282" providerId="ADAL" clId="{179D9243-B0AD-4F19-9B65-FDA90F55C866}" dt="2026-08-08T06:22:06.630" v="388" actId="6549"/>
          <ac:graphicFrameMkLst>
            <pc:docMk/>
            <pc:sldMk cId="3757967214" sldId="271"/>
            <ac:graphicFrameMk id="59" creationId="{962E47BA-7B2A-C1D4-E439-31193B5DF95D}"/>
          </ac:graphicFrameMkLst>
        </pc:graphicFrameChg>
        <pc:graphicFrameChg chg="mod modGraphic">
          <ac:chgData name="Hanum Merchant" userId="4815741c-84d6-4921-b7ba-dabe991c7282" providerId="ADAL" clId="{179D9243-B0AD-4F19-9B65-FDA90F55C866}" dt="2026-08-08T06:22:10.217" v="389" actId="6549"/>
          <ac:graphicFrameMkLst>
            <pc:docMk/>
            <pc:sldMk cId="3757967214" sldId="271"/>
            <ac:graphicFrameMk id="63" creationId="{07A23022-A19B-70DD-D90B-6CABB54CF468}"/>
          </ac:graphicFrameMkLst>
        </pc:graphicFrameChg>
      </pc:sldChg>
      <pc:sldChg chg="addSp modSp">
        <pc:chgData name="Hanum Merchant" userId="4815741c-84d6-4921-b7ba-dabe991c7282" providerId="ADAL" clId="{179D9243-B0AD-4F19-9B65-FDA90F55C866}" dt="2026-08-07T15:32:39.603" v="0"/>
        <pc:sldMkLst>
          <pc:docMk/>
          <pc:sldMk cId="2315396860" sldId="279"/>
        </pc:sldMkLst>
        <pc:spChg chg="mod">
          <ac:chgData name="Hanum Merchant" userId="4815741c-84d6-4921-b7ba-dabe991c7282" providerId="ADAL" clId="{179D9243-B0AD-4F19-9B65-FDA90F55C866}" dt="2026-08-07T15:32:39.603" v="0"/>
          <ac:spMkLst>
            <pc:docMk/>
            <pc:sldMk cId="2315396860" sldId="279"/>
            <ac:spMk id="22" creationId="{3327B347-1EFB-70BF-2C64-49D0DDCE0881}"/>
          </ac:spMkLst>
        </pc:spChg>
        <pc:spChg chg="mod">
          <ac:chgData name="Hanum Merchant" userId="4815741c-84d6-4921-b7ba-dabe991c7282" providerId="ADAL" clId="{179D9243-B0AD-4F19-9B65-FDA90F55C866}" dt="2026-08-07T15:32:39.603" v="0"/>
          <ac:spMkLst>
            <pc:docMk/>
            <pc:sldMk cId="2315396860" sldId="279"/>
            <ac:spMk id="23" creationId="{115357C9-476F-D69A-48B6-079AB0114AC3}"/>
          </ac:spMkLst>
        </pc:spChg>
        <pc:spChg chg="mod">
          <ac:chgData name="Hanum Merchant" userId="4815741c-84d6-4921-b7ba-dabe991c7282" providerId="ADAL" clId="{179D9243-B0AD-4F19-9B65-FDA90F55C866}" dt="2026-08-07T15:32:39.603" v="0"/>
          <ac:spMkLst>
            <pc:docMk/>
            <pc:sldMk cId="2315396860" sldId="279"/>
            <ac:spMk id="24" creationId="{FCC173C7-963C-0C0F-ACBE-D42CC61F2641}"/>
          </ac:spMkLst>
        </pc:spChg>
        <pc:spChg chg="mod">
          <ac:chgData name="Hanum Merchant" userId="4815741c-84d6-4921-b7ba-dabe991c7282" providerId="ADAL" clId="{179D9243-B0AD-4F19-9B65-FDA90F55C866}" dt="2026-08-07T15:32:39.603" v="0"/>
          <ac:spMkLst>
            <pc:docMk/>
            <pc:sldMk cId="2315396860" sldId="279"/>
            <ac:spMk id="27" creationId="{840D091C-6876-D6CE-FAE7-BDB80FE5E134}"/>
          </ac:spMkLst>
        </pc:spChg>
        <pc:spChg chg="mod">
          <ac:chgData name="Hanum Merchant" userId="4815741c-84d6-4921-b7ba-dabe991c7282" providerId="ADAL" clId="{179D9243-B0AD-4F19-9B65-FDA90F55C866}" dt="2026-08-07T15:32:39.603" v="0"/>
          <ac:spMkLst>
            <pc:docMk/>
            <pc:sldMk cId="2315396860" sldId="279"/>
            <ac:spMk id="28" creationId="{9D75E087-25AC-6760-1CCB-14ED4A5EA1B7}"/>
          </ac:spMkLst>
        </pc:spChg>
        <pc:spChg chg="mod">
          <ac:chgData name="Hanum Merchant" userId="4815741c-84d6-4921-b7ba-dabe991c7282" providerId="ADAL" clId="{179D9243-B0AD-4F19-9B65-FDA90F55C866}" dt="2026-08-07T15:32:39.603" v="0"/>
          <ac:spMkLst>
            <pc:docMk/>
            <pc:sldMk cId="2315396860" sldId="279"/>
            <ac:spMk id="30" creationId="{0D287A1C-85A4-FA35-5062-3FC67F7F8BBF}"/>
          </ac:spMkLst>
        </pc:spChg>
        <pc:spChg chg="mod">
          <ac:chgData name="Hanum Merchant" userId="4815741c-84d6-4921-b7ba-dabe991c7282" providerId="ADAL" clId="{179D9243-B0AD-4F19-9B65-FDA90F55C866}" dt="2026-08-07T15:32:39.603" v="0"/>
          <ac:spMkLst>
            <pc:docMk/>
            <pc:sldMk cId="2315396860" sldId="279"/>
            <ac:spMk id="31" creationId="{DF9D392F-D7CD-371B-7968-2378BBDA8847}"/>
          </ac:spMkLst>
        </pc:spChg>
        <pc:spChg chg="mod">
          <ac:chgData name="Hanum Merchant" userId="4815741c-84d6-4921-b7ba-dabe991c7282" providerId="ADAL" clId="{179D9243-B0AD-4F19-9B65-FDA90F55C866}" dt="2026-08-07T15:32:39.603" v="0"/>
          <ac:spMkLst>
            <pc:docMk/>
            <pc:sldMk cId="2315396860" sldId="279"/>
            <ac:spMk id="34" creationId="{B7C20904-9E3B-49EA-306F-00B5794ED67A}"/>
          </ac:spMkLst>
        </pc:spChg>
        <pc:spChg chg="mod">
          <ac:chgData name="Hanum Merchant" userId="4815741c-84d6-4921-b7ba-dabe991c7282" providerId="ADAL" clId="{179D9243-B0AD-4F19-9B65-FDA90F55C866}" dt="2026-08-07T15:32:39.603" v="0"/>
          <ac:spMkLst>
            <pc:docMk/>
            <pc:sldMk cId="2315396860" sldId="279"/>
            <ac:spMk id="36" creationId="{B22FB865-912A-DF91-2ACB-F9C0E14D7CF4}"/>
          </ac:spMkLst>
        </pc:spChg>
        <pc:spChg chg="mod">
          <ac:chgData name="Hanum Merchant" userId="4815741c-84d6-4921-b7ba-dabe991c7282" providerId="ADAL" clId="{179D9243-B0AD-4F19-9B65-FDA90F55C866}" dt="2026-08-07T15:32:39.603" v="0"/>
          <ac:spMkLst>
            <pc:docMk/>
            <pc:sldMk cId="2315396860" sldId="279"/>
            <ac:spMk id="50" creationId="{27A1606A-3A2C-4F26-0F51-74F31D25FCA6}"/>
          </ac:spMkLst>
        </pc:spChg>
      </pc:sldChg>
      <pc:sldChg chg="addSp delSp modSp add mod">
        <pc:chgData name="Hanum Merchant" userId="4815741c-84d6-4921-b7ba-dabe991c7282" providerId="ADAL" clId="{179D9243-B0AD-4F19-9B65-FDA90F55C866}" dt="2026-08-08T06:20:53.913" v="352"/>
        <pc:sldMkLst>
          <pc:docMk/>
          <pc:sldMk cId="1224470608" sldId="280"/>
        </pc:sldMkLst>
        <pc:spChg chg="add del mod">
          <ac:chgData name="Hanum Merchant" userId="4815741c-84d6-4921-b7ba-dabe991c7282" providerId="ADAL" clId="{179D9243-B0AD-4F19-9B65-FDA90F55C866}" dt="2026-08-08T06:18:16.761" v="204" actId="22"/>
          <ac:spMkLst>
            <pc:docMk/>
            <pc:sldMk cId="1224470608" sldId="280"/>
            <ac:spMk id="3" creationId="{1A295FB8-A6B9-EBC8-E924-11C6BE7514C8}"/>
          </ac:spMkLst>
        </pc:spChg>
        <pc:spChg chg="del">
          <ac:chgData name="Hanum Merchant" userId="4815741c-84d6-4921-b7ba-dabe991c7282" providerId="ADAL" clId="{179D9243-B0AD-4F19-9B65-FDA90F55C866}" dt="2026-08-08T06:17:54.972" v="168" actId="478"/>
          <ac:spMkLst>
            <pc:docMk/>
            <pc:sldMk cId="1224470608" sldId="280"/>
            <ac:spMk id="5" creationId="{369B2A84-F5E9-AE84-182B-4243644DD433}"/>
          </ac:spMkLst>
        </pc:spChg>
        <pc:spChg chg="mod">
          <ac:chgData name="Hanum Merchant" userId="4815741c-84d6-4921-b7ba-dabe991c7282" providerId="ADAL" clId="{179D9243-B0AD-4F19-9B65-FDA90F55C866}" dt="2026-08-08T06:20:03.415" v="332" actId="20577"/>
          <ac:spMkLst>
            <pc:docMk/>
            <pc:sldMk cId="1224470608" sldId="280"/>
            <ac:spMk id="7" creationId="{3D49791B-68EF-8CF5-A44E-C6A8D409F0EC}"/>
          </ac:spMkLst>
        </pc:spChg>
        <pc:spChg chg="add del mod">
          <ac:chgData name="Hanum Merchant" userId="4815741c-84d6-4921-b7ba-dabe991c7282" providerId="ADAL" clId="{179D9243-B0AD-4F19-9B65-FDA90F55C866}" dt="2026-08-08T06:18:16.761" v="204" actId="22"/>
          <ac:spMkLst>
            <pc:docMk/>
            <pc:sldMk cId="1224470608" sldId="280"/>
            <ac:spMk id="9" creationId="{E7391142-C299-37F2-18F1-C63570045576}"/>
          </ac:spMkLst>
        </pc:spChg>
        <pc:spChg chg="add del mod">
          <ac:chgData name="Hanum Merchant" userId="4815741c-84d6-4921-b7ba-dabe991c7282" providerId="ADAL" clId="{179D9243-B0AD-4F19-9B65-FDA90F55C866}" dt="2026-08-08T06:18:16.761" v="204" actId="22"/>
          <ac:spMkLst>
            <pc:docMk/>
            <pc:sldMk cId="1224470608" sldId="280"/>
            <ac:spMk id="13" creationId="{484BEABE-A615-75CF-E274-B28964E2516F}"/>
          </ac:spMkLst>
        </pc:spChg>
        <pc:spChg chg="add del mod">
          <ac:chgData name="Hanum Merchant" userId="4815741c-84d6-4921-b7ba-dabe991c7282" providerId="ADAL" clId="{179D9243-B0AD-4F19-9B65-FDA90F55C866}" dt="2026-08-08T06:18:16.761" v="204" actId="22"/>
          <ac:spMkLst>
            <pc:docMk/>
            <pc:sldMk cId="1224470608" sldId="280"/>
            <ac:spMk id="15" creationId="{D175E7CB-B266-FE5A-9BD7-557A69F847E8}"/>
          </ac:spMkLst>
        </pc:spChg>
        <pc:spChg chg="add mod">
          <ac:chgData name="Hanum Merchant" userId="4815741c-84d6-4921-b7ba-dabe991c7282" providerId="ADAL" clId="{179D9243-B0AD-4F19-9B65-FDA90F55C866}" dt="2026-08-08T06:18:29.426" v="226" actId="255"/>
          <ac:spMkLst>
            <pc:docMk/>
            <pc:sldMk cId="1224470608" sldId="280"/>
            <ac:spMk id="17" creationId="{D28704C4-AEEA-A19F-0BC2-52D97A851A43}"/>
          </ac:spMkLst>
        </pc:spChg>
        <pc:spChg chg="add mod">
          <ac:chgData name="Hanum Merchant" userId="4815741c-84d6-4921-b7ba-dabe991c7282" providerId="ADAL" clId="{179D9243-B0AD-4F19-9B65-FDA90F55C866}" dt="2026-08-08T06:19:55.589" v="320" actId="1036"/>
          <ac:spMkLst>
            <pc:docMk/>
            <pc:sldMk cId="1224470608" sldId="280"/>
            <ac:spMk id="21" creationId="{9C94A859-9912-F8DC-F8C8-EFEA39633DC7}"/>
          </ac:spMkLst>
        </pc:spChg>
        <pc:spChg chg="add mod">
          <ac:chgData name="Hanum Merchant" userId="4815741c-84d6-4921-b7ba-dabe991c7282" providerId="ADAL" clId="{179D9243-B0AD-4F19-9B65-FDA90F55C866}" dt="2026-08-08T06:19:31.342" v="313" actId="1036"/>
          <ac:spMkLst>
            <pc:docMk/>
            <pc:sldMk cId="1224470608" sldId="280"/>
            <ac:spMk id="25" creationId="{BF96B8F7-1BBC-FAB4-0754-662B41E39F6F}"/>
          </ac:spMkLst>
        </pc:spChg>
        <pc:spChg chg="add mod">
          <ac:chgData name="Hanum Merchant" userId="4815741c-84d6-4921-b7ba-dabe991c7282" providerId="ADAL" clId="{179D9243-B0AD-4F19-9B65-FDA90F55C866}" dt="2026-08-08T06:20:53.913" v="352"/>
          <ac:spMkLst>
            <pc:docMk/>
            <pc:sldMk cId="1224470608" sldId="280"/>
            <ac:spMk id="27" creationId="{01D02C73-F926-5740-BB31-4F5C981F9AB8}"/>
          </ac:spMkLst>
        </pc:spChg>
        <pc:spChg chg="add mod">
          <ac:chgData name="Hanum Merchant" userId="4815741c-84d6-4921-b7ba-dabe991c7282" providerId="ADAL" clId="{179D9243-B0AD-4F19-9B65-FDA90F55C866}" dt="2026-08-08T06:19:31.342" v="313" actId="1036"/>
          <ac:spMkLst>
            <pc:docMk/>
            <pc:sldMk cId="1224470608" sldId="280"/>
            <ac:spMk id="29" creationId="{7338B04F-6137-BDAB-C2D6-E4D815904818}"/>
          </ac:spMkLst>
        </pc:spChg>
        <pc:spChg chg="add mod">
          <ac:chgData name="Hanum Merchant" userId="4815741c-84d6-4921-b7ba-dabe991c7282" providerId="ADAL" clId="{179D9243-B0AD-4F19-9B65-FDA90F55C866}" dt="2026-08-08T06:20:47.082" v="349" actId="20577"/>
          <ac:spMkLst>
            <pc:docMk/>
            <pc:sldMk cId="1224470608" sldId="280"/>
            <ac:spMk id="31" creationId="{DC5E2082-0E16-9787-D360-6B02AA3A3B43}"/>
          </ac:spMkLst>
        </pc:spChg>
        <pc:spChg chg="add mod">
          <ac:chgData name="Hanum Merchant" userId="4815741c-84d6-4921-b7ba-dabe991c7282" providerId="ADAL" clId="{179D9243-B0AD-4F19-9B65-FDA90F55C866}" dt="2026-08-08T06:19:00.862" v="261" actId="571"/>
          <ac:spMkLst>
            <pc:docMk/>
            <pc:sldMk cId="1224470608" sldId="280"/>
            <ac:spMk id="32" creationId="{B850E9E3-7BA5-402E-08AB-E6603DDDBCF0}"/>
          </ac:spMkLst>
        </pc:spChg>
        <pc:spChg chg="add mod">
          <ac:chgData name="Hanum Merchant" userId="4815741c-84d6-4921-b7ba-dabe991c7282" providerId="ADAL" clId="{179D9243-B0AD-4F19-9B65-FDA90F55C866}" dt="2026-08-08T06:19:00.862" v="261" actId="571"/>
          <ac:spMkLst>
            <pc:docMk/>
            <pc:sldMk cId="1224470608" sldId="280"/>
            <ac:spMk id="33" creationId="{7AC35FF3-D41B-723D-EF76-2183867C7A41}"/>
          </ac:spMkLst>
        </pc:spChg>
        <pc:spChg chg="add mod">
          <ac:chgData name="Hanum Merchant" userId="4815741c-84d6-4921-b7ba-dabe991c7282" providerId="ADAL" clId="{179D9243-B0AD-4F19-9B65-FDA90F55C866}" dt="2026-08-08T06:19:00.862" v="261" actId="571"/>
          <ac:spMkLst>
            <pc:docMk/>
            <pc:sldMk cId="1224470608" sldId="280"/>
            <ac:spMk id="34" creationId="{7CA67E0A-5B02-68F9-AB11-FA835D7F62CC}"/>
          </ac:spMkLst>
        </pc:spChg>
        <pc:spChg chg="add del">
          <ac:chgData name="Hanum Merchant" userId="4815741c-84d6-4921-b7ba-dabe991c7282" providerId="ADAL" clId="{179D9243-B0AD-4F19-9B65-FDA90F55C866}" dt="2026-08-08T06:20:49.292" v="351" actId="22"/>
          <ac:spMkLst>
            <pc:docMk/>
            <pc:sldMk cId="1224470608" sldId="280"/>
            <ac:spMk id="36" creationId="{AFDDA443-0D77-9673-864A-38E3531D95B9}"/>
          </ac:spMkLst>
        </pc:spChg>
        <pc:spChg chg="add del">
          <ac:chgData name="Hanum Merchant" userId="4815741c-84d6-4921-b7ba-dabe991c7282" providerId="ADAL" clId="{179D9243-B0AD-4F19-9B65-FDA90F55C866}" dt="2026-08-08T06:20:49.292" v="351" actId="22"/>
          <ac:spMkLst>
            <pc:docMk/>
            <pc:sldMk cId="1224470608" sldId="280"/>
            <ac:spMk id="40" creationId="{98C6921C-2D3A-EA36-EF9A-9F7682716EFF}"/>
          </ac:spMkLst>
        </pc:spChg>
        <pc:spChg chg="add del">
          <ac:chgData name="Hanum Merchant" userId="4815741c-84d6-4921-b7ba-dabe991c7282" providerId="ADAL" clId="{179D9243-B0AD-4F19-9B65-FDA90F55C866}" dt="2026-08-08T06:20:49.292" v="351" actId="22"/>
          <ac:spMkLst>
            <pc:docMk/>
            <pc:sldMk cId="1224470608" sldId="280"/>
            <ac:spMk id="44" creationId="{48BF1517-571F-2BCE-7252-0084616AC0E5}"/>
          </ac:spMkLst>
        </pc:spChg>
        <pc:spChg chg="add del">
          <ac:chgData name="Hanum Merchant" userId="4815741c-84d6-4921-b7ba-dabe991c7282" providerId="ADAL" clId="{179D9243-B0AD-4F19-9B65-FDA90F55C866}" dt="2026-08-08T06:20:49.292" v="351" actId="22"/>
          <ac:spMkLst>
            <pc:docMk/>
            <pc:sldMk cId="1224470608" sldId="280"/>
            <ac:spMk id="46" creationId="{8F80F6D5-8C88-EA76-1A2A-2C279BA9CC81}"/>
          </ac:spMkLst>
        </pc:spChg>
        <pc:spChg chg="add del">
          <ac:chgData name="Hanum Merchant" userId="4815741c-84d6-4921-b7ba-dabe991c7282" providerId="ADAL" clId="{179D9243-B0AD-4F19-9B65-FDA90F55C866}" dt="2026-08-08T06:20:49.292" v="351" actId="22"/>
          <ac:spMkLst>
            <pc:docMk/>
            <pc:sldMk cId="1224470608" sldId="280"/>
            <ac:spMk id="48" creationId="{5E5C6BD0-3D98-0CF6-F49F-86D7896D75FD}"/>
          </ac:spMkLst>
        </pc:spChg>
        <pc:spChg chg="add del">
          <ac:chgData name="Hanum Merchant" userId="4815741c-84d6-4921-b7ba-dabe991c7282" providerId="ADAL" clId="{179D9243-B0AD-4F19-9B65-FDA90F55C866}" dt="2026-08-08T06:20:49.292" v="351" actId="22"/>
          <ac:spMkLst>
            <pc:docMk/>
            <pc:sldMk cId="1224470608" sldId="280"/>
            <ac:spMk id="50" creationId="{F7ADC026-C382-F479-269E-82DC5CBD5084}"/>
          </ac:spMkLst>
        </pc:spChg>
        <pc:graphicFrameChg chg="add del mod">
          <ac:chgData name="Hanum Merchant" userId="4815741c-84d6-4921-b7ba-dabe991c7282" providerId="ADAL" clId="{179D9243-B0AD-4F19-9B65-FDA90F55C866}" dt="2026-08-08T06:18:16.761" v="204" actId="22"/>
          <ac:graphicFrameMkLst>
            <pc:docMk/>
            <pc:sldMk cId="1224470608" sldId="280"/>
            <ac:graphicFrameMk id="6" creationId="{8B4DF3A2-BEE9-80E2-BDBE-6D777489E615}"/>
          </ac:graphicFrameMkLst>
        </pc:graphicFrameChg>
        <pc:graphicFrameChg chg="add del mod">
          <ac:chgData name="Hanum Merchant" userId="4815741c-84d6-4921-b7ba-dabe991c7282" providerId="ADAL" clId="{179D9243-B0AD-4F19-9B65-FDA90F55C866}" dt="2026-08-08T06:18:16.761" v="204" actId="22"/>
          <ac:graphicFrameMkLst>
            <pc:docMk/>
            <pc:sldMk cId="1224470608" sldId="280"/>
            <ac:graphicFrameMk id="11" creationId="{313DFD50-2F87-D899-A397-6735E9008A54}"/>
          </ac:graphicFrameMkLst>
        </pc:graphicFrameChg>
        <pc:graphicFrameChg chg="add mod modGraphic">
          <ac:chgData name="Hanum Merchant" userId="4815741c-84d6-4921-b7ba-dabe991c7282" providerId="ADAL" clId="{179D9243-B0AD-4F19-9B65-FDA90F55C866}" dt="2026-08-08T06:20:16.457" v="334" actId="6549"/>
          <ac:graphicFrameMkLst>
            <pc:docMk/>
            <pc:sldMk cId="1224470608" sldId="280"/>
            <ac:graphicFrameMk id="19" creationId="{1DB6B117-F5BF-F60F-2EDA-0E7E5FD7725F}"/>
          </ac:graphicFrameMkLst>
        </pc:graphicFrameChg>
        <pc:graphicFrameChg chg="add mod modGraphic">
          <ac:chgData name="Hanum Merchant" userId="4815741c-84d6-4921-b7ba-dabe991c7282" providerId="ADAL" clId="{179D9243-B0AD-4F19-9B65-FDA90F55C866}" dt="2026-08-08T06:20:36.688" v="336" actId="6549"/>
          <ac:graphicFrameMkLst>
            <pc:docMk/>
            <pc:sldMk cId="1224470608" sldId="280"/>
            <ac:graphicFrameMk id="23" creationId="{67AE82AE-C1EF-DA51-20CF-B79F3AA6C9DF}"/>
          </ac:graphicFrameMkLst>
        </pc:graphicFrameChg>
        <pc:graphicFrameChg chg="add del">
          <ac:chgData name="Hanum Merchant" userId="4815741c-84d6-4921-b7ba-dabe991c7282" providerId="ADAL" clId="{179D9243-B0AD-4F19-9B65-FDA90F55C866}" dt="2026-08-08T06:20:49.292" v="351" actId="22"/>
          <ac:graphicFrameMkLst>
            <pc:docMk/>
            <pc:sldMk cId="1224470608" sldId="280"/>
            <ac:graphicFrameMk id="38" creationId="{D403C810-2EB3-6CE5-F03D-50E4A8D9681B}"/>
          </ac:graphicFrameMkLst>
        </pc:graphicFrameChg>
        <pc:graphicFrameChg chg="add del">
          <ac:chgData name="Hanum Merchant" userId="4815741c-84d6-4921-b7ba-dabe991c7282" providerId="ADAL" clId="{179D9243-B0AD-4F19-9B65-FDA90F55C866}" dt="2026-08-08T06:20:49.292" v="351" actId="22"/>
          <ac:graphicFrameMkLst>
            <pc:docMk/>
            <pc:sldMk cId="1224470608" sldId="280"/>
            <ac:graphicFrameMk id="42" creationId="{8AFDE76E-7257-6336-5C23-DCA2A2D7C1C1}"/>
          </ac:graphicFrameMkLst>
        </pc:graphicFrameChg>
      </pc:sldChg>
      <pc:sldChg chg="addSp delSp modSp add mod">
        <pc:chgData name="Hanum Merchant" userId="4815741c-84d6-4921-b7ba-dabe991c7282" providerId="ADAL" clId="{179D9243-B0AD-4F19-9B65-FDA90F55C866}" dt="2026-08-08T06:26:22.784" v="656" actId="1035"/>
        <pc:sldMkLst>
          <pc:docMk/>
          <pc:sldMk cId="3039785966" sldId="281"/>
        </pc:sldMkLst>
        <pc:spChg chg="add mod">
          <ac:chgData name="Hanum Merchant" userId="4815741c-84d6-4921-b7ba-dabe991c7282" providerId="ADAL" clId="{179D9243-B0AD-4F19-9B65-FDA90F55C866}" dt="2026-08-08T06:23:21.727" v="471" actId="255"/>
          <ac:spMkLst>
            <pc:docMk/>
            <pc:sldMk cId="3039785966" sldId="281"/>
            <ac:spMk id="3" creationId="{9E56D0CA-FC98-25E7-AE3D-FFAED6DF32FD}"/>
          </ac:spMkLst>
        </pc:spChg>
        <pc:spChg chg="del">
          <ac:chgData name="Hanum Merchant" userId="4815741c-84d6-4921-b7ba-dabe991c7282" providerId="ADAL" clId="{179D9243-B0AD-4F19-9B65-FDA90F55C866}" dt="2026-08-08T06:23:10.747" v="452" actId="478"/>
          <ac:spMkLst>
            <pc:docMk/>
            <pc:sldMk cId="3039785966" sldId="281"/>
            <ac:spMk id="5" creationId="{8579B4F6-87FA-4C8B-0AD3-3D10D3CE46E3}"/>
          </ac:spMkLst>
        </pc:spChg>
        <pc:spChg chg="mod">
          <ac:chgData name="Hanum Merchant" userId="4815741c-84d6-4921-b7ba-dabe991c7282" providerId="ADAL" clId="{179D9243-B0AD-4F19-9B65-FDA90F55C866}" dt="2026-08-08T06:24:33.283" v="562" actId="20577"/>
          <ac:spMkLst>
            <pc:docMk/>
            <pc:sldMk cId="3039785966" sldId="281"/>
            <ac:spMk id="7" creationId="{23E8227A-9903-D729-FB1C-4797E05AF02D}"/>
          </ac:spMkLst>
        </pc:spChg>
        <pc:spChg chg="add mod">
          <ac:chgData name="Hanum Merchant" userId="4815741c-84d6-4921-b7ba-dabe991c7282" providerId="ADAL" clId="{179D9243-B0AD-4F19-9B65-FDA90F55C866}" dt="2026-08-08T06:26:22.784" v="656" actId="1035"/>
          <ac:spMkLst>
            <pc:docMk/>
            <pc:sldMk cId="3039785966" sldId="281"/>
            <ac:spMk id="9" creationId="{0F8595A4-2B6F-DB1D-4140-28C3F819F1F4}"/>
          </ac:spMkLst>
        </pc:spChg>
        <pc:spChg chg="add mod">
          <ac:chgData name="Hanum Merchant" userId="4815741c-84d6-4921-b7ba-dabe991c7282" providerId="ADAL" clId="{179D9243-B0AD-4F19-9B65-FDA90F55C866}" dt="2026-08-08T06:24:21.690" v="547" actId="1036"/>
          <ac:spMkLst>
            <pc:docMk/>
            <pc:sldMk cId="3039785966" sldId="281"/>
            <ac:spMk id="13" creationId="{998BE66C-81C5-A2E1-4F7D-44622AD102CA}"/>
          </ac:spMkLst>
        </pc:spChg>
        <pc:graphicFrameChg chg="add del mod modGraphic">
          <ac:chgData name="Hanum Merchant" userId="4815741c-84d6-4921-b7ba-dabe991c7282" providerId="ADAL" clId="{179D9243-B0AD-4F19-9B65-FDA90F55C866}" dt="2026-08-08T06:25:58.786" v="577" actId="21"/>
          <ac:graphicFrameMkLst>
            <pc:docMk/>
            <pc:sldMk cId="3039785966" sldId="281"/>
            <ac:graphicFrameMk id="6" creationId="{91077286-6903-EEA1-6460-1A922834650F}"/>
          </ac:graphicFrameMkLst>
        </pc:graphicFrameChg>
        <pc:graphicFrameChg chg="add del mod modGraphic">
          <ac:chgData name="Hanum Merchant" userId="4815741c-84d6-4921-b7ba-dabe991c7282" providerId="ADAL" clId="{179D9243-B0AD-4F19-9B65-FDA90F55C866}" dt="2026-08-08T06:26:03.818" v="579" actId="478"/>
          <ac:graphicFrameMkLst>
            <pc:docMk/>
            <pc:sldMk cId="3039785966" sldId="281"/>
            <ac:graphicFrameMk id="11" creationId="{ADDFD4C0-19A3-D309-5C8B-084FF03CCB3C}"/>
          </ac:graphicFrameMkLst>
        </pc:graphicFrameChg>
        <pc:graphicFrameChg chg="add mod modGraphic">
          <ac:chgData name="Hanum Merchant" userId="4815741c-84d6-4921-b7ba-dabe991c7282" providerId="ADAL" clId="{179D9243-B0AD-4F19-9B65-FDA90F55C866}" dt="2026-08-08T06:25:28.136" v="569" actId="2164"/>
          <ac:graphicFrameMkLst>
            <pc:docMk/>
            <pc:sldMk cId="3039785966" sldId="281"/>
            <ac:graphicFrameMk id="15" creationId="{A3AF5E10-9F8A-97B7-9EB3-6D3DB14EB296}"/>
          </ac:graphicFrameMkLst>
        </pc:graphicFrameChg>
        <pc:graphicFrameChg chg="add mod">
          <ac:chgData name="Hanum Merchant" userId="4815741c-84d6-4921-b7ba-dabe991c7282" providerId="ADAL" clId="{179D9243-B0AD-4F19-9B65-FDA90F55C866}" dt="2026-08-08T06:26:22.784" v="656" actId="1035"/>
          <ac:graphicFrameMkLst>
            <pc:docMk/>
            <pc:sldMk cId="3039785966" sldId="281"/>
            <ac:graphicFrameMk id="17" creationId="{08216DFF-312F-33C4-0E97-39476504F72B}"/>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60AC24C-8E4B-F733-13A2-D90817A6F1A3}"/>
              </a:ext>
            </a:extLst>
          </p:cNvPr>
          <p:cNvSpPr>
            <a:spLocks noGrp="1"/>
          </p:cNvSpPr>
          <p:nvPr>
            <p:ph type="pic" sz="quarter" idx="10"/>
          </p:nvPr>
        </p:nvSpPr>
        <p:spPr>
          <a:xfrm>
            <a:off x="6400800" y="0"/>
            <a:ext cx="5791200" cy="6858000"/>
          </a:xfrm>
          <a:solidFill>
            <a:schemeClr val="bg1">
              <a:lumMod val="95000"/>
            </a:schemeClr>
          </a:solidFill>
        </p:spPr>
        <p:txBody>
          <a:bodyPr/>
          <a:lstStyle>
            <a:lvl1pPr marL="0" indent="0" algn="ctr">
              <a:buFontTx/>
              <a:buNone/>
              <a:defRPr>
                <a:solidFill>
                  <a:schemeClr val="bg1">
                    <a:lumMod val="75000"/>
                  </a:schemeClr>
                </a:solidFill>
              </a:defRPr>
            </a:lvl1pPr>
          </a:lstStyle>
          <a:p>
            <a:endParaRPr lang="en-IN"/>
          </a:p>
        </p:txBody>
      </p:sp>
    </p:spTree>
    <p:extLst>
      <p:ext uri="{BB962C8B-B14F-4D97-AF65-F5344CB8AC3E}">
        <p14:creationId xmlns:p14="http://schemas.microsoft.com/office/powerpoint/2010/main" val="2564493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Final Inn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71D52EC-23D8-9613-6FD7-3C0D99D1756E}"/>
              </a:ext>
            </a:extLst>
          </p:cNvPr>
          <p:cNvSpPr/>
          <p:nvPr userDrawn="1"/>
        </p:nvSpPr>
        <p:spPr>
          <a:xfrm>
            <a:off x="-4" y="6567302"/>
            <a:ext cx="12192004" cy="290698"/>
          </a:xfrm>
          <a:prstGeom prst="rect">
            <a:avLst/>
          </a:prstGeom>
          <a:gradFill>
            <a:gsLst>
              <a:gs pos="5000">
                <a:srgbClr val="1E2247"/>
              </a:gs>
              <a:gs pos="100000">
                <a:srgbClr val="2746C4"/>
              </a:gs>
            </a:gsLst>
            <a:lin ang="198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IN" b="0" i="0" u="none" strike="noStrike" cap="none" spc="0" normalizeH="0" baseline="0">
              <a:ln>
                <a:noFill/>
              </a:ln>
              <a:solidFill>
                <a:srgbClr val="FFFFFF"/>
              </a:solidFill>
              <a:effectLst/>
              <a:uLnTx/>
              <a:uFillTx/>
              <a:latin typeface="Franklin Gothic Book" panose="020B0503020102020204"/>
            </a:endParaRPr>
          </a:p>
        </p:txBody>
      </p:sp>
      <p:sp>
        <p:nvSpPr>
          <p:cNvPr id="2" name="Title 1">
            <a:extLst>
              <a:ext uri="{FF2B5EF4-FFF2-40B4-BE49-F238E27FC236}">
                <a16:creationId xmlns:a16="http://schemas.microsoft.com/office/drawing/2014/main" id="{0279DA34-F68F-8229-CDA2-3C1B71B00562}"/>
              </a:ext>
            </a:extLst>
          </p:cNvPr>
          <p:cNvSpPr>
            <a:spLocks noGrp="1"/>
          </p:cNvSpPr>
          <p:nvPr>
            <p:ph type="title"/>
          </p:nvPr>
        </p:nvSpPr>
        <p:spPr>
          <a:xfrm>
            <a:off x="342901" y="189098"/>
            <a:ext cx="10215230" cy="469324"/>
          </a:xfrm>
        </p:spPr>
        <p:txBody>
          <a:bodyPr>
            <a:noAutofit/>
          </a:bodyPr>
          <a:lstStyle>
            <a:lvl1pPr>
              <a:defRPr sz="2800" b="0">
                <a:solidFill>
                  <a:srgbClr val="1E2247"/>
                </a:solidFill>
                <a:latin typeface="Franklin Gothic Medium Cond" panose="020B0606030402020204" pitchFamily="34" charset="0"/>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6B9963C7-1CCB-62E5-9AEF-52F506039EF5}"/>
              </a:ext>
            </a:extLst>
          </p:cNvPr>
          <p:cNvSpPr>
            <a:spLocks noGrp="1"/>
          </p:cNvSpPr>
          <p:nvPr>
            <p:ph idx="1"/>
          </p:nvPr>
        </p:nvSpPr>
        <p:spPr>
          <a:xfrm>
            <a:off x="342902" y="889151"/>
            <a:ext cx="10980772" cy="4872886"/>
          </a:xfrm>
        </p:spPr>
        <p:txBody>
          <a:bodyPr/>
          <a:lstStyle>
            <a:lvl1pPr>
              <a:defRPr sz="1800" b="0"/>
            </a:lvl1pPr>
            <a:lvl2pPr>
              <a:defRPr sz="1600"/>
            </a:lvl2pPr>
            <a:lvl3pPr>
              <a:defRPr sz="1400"/>
            </a:lvl3pPr>
            <a:lvl4pPr>
              <a:defRPr sz="1200"/>
            </a:lvl4pPr>
            <a:lvl5pPr>
              <a:defRPr sz="1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Rectangle 7">
            <a:extLst>
              <a:ext uri="{FF2B5EF4-FFF2-40B4-BE49-F238E27FC236}">
                <a16:creationId xmlns:a16="http://schemas.microsoft.com/office/drawing/2014/main" id="{355FCEAF-999C-3A87-FE24-1BAA2332803D}"/>
              </a:ext>
            </a:extLst>
          </p:cNvPr>
          <p:cNvSpPr/>
          <p:nvPr userDrawn="1"/>
        </p:nvSpPr>
        <p:spPr>
          <a:xfrm>
            <a:off x="11595715" y="6567302"/>
            <a:ext cx="451505" cy="290698"/>
          </a:xfrm>
          <a:prstGeom prst="rect">
            <a:avLst/>
          </a:prstGeom>
          <a:solidFill>
            <a:srgbClr val="DF601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9" name="TextBox 8">
            <a:extLst>
              <a:ext uri="{FF2B5EF4-FFF2-40B4-BE49-F238E27FC236}">
                <a16:creationId xmlns:a16="http://schemas.microsoft.com/office/drawing/2014/main" id="{E7FDF6F0-A0B6-A819-8C89-92371B911FBD}"/>
              </a:ext>
            </a:extLst>
          </p:cNvPr>
          <p:cNvSpPr txBox="1"/>
          <p:nvPr userDrawn="1"/>
        </p:nvSpPr>
        <p:spPr>
          <a:xfrm>
            <a:off x="5394611" y="6588800"/>
            <a:ext cx="6210203" cy="230832"/>
          </a:xfrm>
          <a:prstGeom prst="rect">
            <a:avLst/>
          </a:prstGeom>
          <a:noFill/>
          <a:ln>
            <a:noFill/>
          </a:ln>
        </p:spPr>
        <p:txBody>
          <a:bodyPr wrap="square" rtlCol="0">
            <a:spAutoFit/>
          </a:bodyPr>
          <a:lstStyle/>
          <a:p>
            <a:pPr algn="r"/>
            <a:r>
              <a:rPr lang="en-US" sz="900" b="0" i="0" kern="1200" dirty="0">
                <a:solidFill>
                  <a:schemeClr val="bg1"/>
                </a:solidFill>
                <a:effectLst/>
                <a:latin typeface="Arial" panose="020B0604020202020204" pitchFamily="34" charset="0"/>
                <a:ea typeface="+mn-ea"/>
                <a:cs typeface="Arial" panose="020B0604020202020204" pitchFamily="34" charset="0"/>
              </a:rPr>
              <a:t>Copyright © 2025 Firstsource. All rights reserved.</a:t>
            </a:r>
            <a:r>
              <a:rPr lang="en-GB" sz="900" b="0" i="0" kern="1200" dirty="0">
                <a:solidFill>
                  <a:schemeClr val="bg1"/>
                </a:solidFill>
                <a:effectLst/>
                <a:latin typeface="Arial" panose="020B0604020202020204" pitchFamily="34" charset="0"/>
                <a:ea typeface="+mn-ea"/>
                <a:cs typeface="Arial" panose="020B0604020202020204" pitchFamily="34" charset="0"/>
              </a:rPr>
              <a:t> </a:t>
            </a:r>
            <a:endParaRPr lang="en-GB" sz="900" dirty="0">
              <a:solidFill>
                <a:schemeClr val="bg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D21AD5F-EB73-D824-FCA3-F8949F127070}"/>
              </a:ext>
            </a:extLst>
          </p:cNvPr>
          <p:cNvSpPr txBox="1"/>
          <p:nvPr userDrawn="1"/>
        </p:nvSpPr>
        <p:spPr>
          <a:xfrm>
            <a:off x="11615811" y="6578752"/>
            <a:ext cx="394401" cy="230832"/>
          </a:xfrm>
          <a:prstGeom prst="rect">
            <a:avLst/>
          </a:prstGeom>
          <a:noFill/>
          <a:ln>
            <a:noFill/>
          </a:ln>
        </p:spPr>
        <p:txBody>
          <a:bodyPr wrap="square" rtlCol="0">
            <a:spAutoFit/>
          </a:bodyPr>
          <a:lstStyle/>
          <a:p>
            <a:pPr algn="ctr"/>
            <a:fld id="{46B8A035-35AD-3549-844E-C91DB8AC43CC}" type="slidenum">
              <a:rPr lang="en-GB" sz="900" b="1" i="0" kern="1200" smtClean="0">
                <a:solidFill>
                  <a:schemeClr val="bg1"/>
                </a:solidFill>
                <a:effectLst/>
                <a:latin typeface="Arial" panose="020B0604020202020204" pitchFamily="34" charset="0"/>
                <a:ea typeface="+mn-ea"/>
                <a:cs typeface="Arial" panose="020B0604020202020204" pitchFamily="34" charset="0"/>
              </a:rPr>
              <a:pPr algn="ctr"/>
              <a:t>‹#›</a:t>
            </a:fld>
            <a:r>
              <a:rPr lang="en-GB" sz="900" b="1" i="0" kern="1200" dirty="0">
                <a:solidFill>
                  <a:srgbClr val="1E2247"/>
                </a:solidFill>
                <a:effectLst/>
                <a:latin typeface="Arial" panose="020B0604020202020204" pitchFamily="34" charset="0"/>
                <a:ea typeface="+mn-ea"/>
                <a:cs typeface="Arial" panose="020B0604020202020204" pitchFamily="34" charset="0"/>
              </a:rPr>
              <a:t> </a:t>
            </a:r>
            <a:endParaRPr lang="en-GB" sz="900" b="1" dirty="0">
              <a:solidFill>
                <a:srgbClr val="1E2247"/>
              </a:solidFill>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4D4105CB-D53D-7BDB-F111-76BE215F44DE}"/>
              </a:ext>
            </a:extLst>
          </p:cNvPr>
          <p:cNvGrpSpPr/>
          <p:nvPr userDrawn="1"/>
        </p:nvGrpSpPr>
        <p:grpSpPr>
          <a:xfrm>
            <a:off x="10957757" y="188105"/>
            <a:ext cx="990000" cy="392400"/>
            <a:chOff x="13029835" y="414587"/>
            <a:chExt cx="2122741" cy="842486"/>
          </a:xfrm>
        </p:grpSpPr>
        <p:sp>
          <p:nvSpPr>
            <p:cNvPr id="4" name="Freeform: Shape 3">
              <a:extLst>
                <a:ext uri="{FF2B5EF4-FFF2-40B4-BE49-F238E27FC236}">
                  <a16:creationId xmlns:a16="http://schemas.microsoft.com/office/drawing/2014/main" id="{6EC6FFD8-B5AF-44B1-38CD-A33C2EFD95B3}"/>
                </a:ext>
              </a:extLst>
            </p:cNvPr>
            <p:cNvSpPr/>
            <p:nvPr/>
          </p:nvSpPr>
          <p:spPr>
            <a:xfrm>
              <a:off x="14058636" y="493168"/>
              <a:ext cx="874103" cy="445750"/>
            </a:xfrm>
            <a:custGeom>
              <a:avLst/>
              <a:gdLst>
                <a:gd name="connsiteX0" fmla="*/ 86386 w 874103"/>
                <a:gd name="connsiteY0" fmla="*/ 278892 h 445750"/>
                <a:gd name="connsiteX1" fmla="*/ 282982 w 874103"/>
                <a:gd name="connsiteY1" fmla="*/ 0 h 445750"/>
                <a:gd name="connsiteX2" fmla="*/ 3137 w 874103"/>
                <a:gd name="connsiteY2" fmla="*/ 316516 h 445750"/>
                <a:gd name="connsiteX3" fmla="*/ 436906 w 874103"/>
                <a:gd name="connsiteY3" fmla="*/ 439579 h 445750"/>
                <a:gd name="connsiteX4" fmla="*/ 874103 w 874103"/>
                <a:gd name="connsiteY4" fmla="*/ 281940 h 445750"/>
                <a:gd name="connsiteX5" fmla="*/ 86290 w 874103"/>
                <a:gd name="connsiteY5" fmla="*/ 278892 h 44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4103" h="445750">
                  <a:moveTo>
                    <a:pt x="86386" y="278892"/>
                  </a:moveTo>
                  <a:cubicBezTo>
                    <a:pt x="41904" y="177356"/>
                    <a:pt x="214592" y="48196"/>
                    <a:pt x="282982" y="0"/>
                  </a:cubicBezTo>
                  <a:cubicBezTo>
                    <a:pt x="180588" y="40005"/>
                    <a:pt x="-28010" y="179165"/>
                    <a:pt x="3137" y="316516"/>
                  </a:cubicBezTo>
                  <a:cubicBezTo>
                    <a:pt x="28569" y="429006"/>
                    <a:pt x="251740" y="460820"/>
                    <a:pt x="436906" y="439579"/>
                  </a:cubicBezTo>
                  <a:cubicBezTo>
                    <a:pt x="600736" y="420815"/>
                    <a:pt x="771328" y="361569"/>
                    <a:pt x="874103" y="281940"/>
                  </a:cubicBezTo>
                  <a:cubicBezTo>
                    <a:pt x="650075" y="411956"/>
                    <a:pt x="152108" y="428435"/>
                    <a:pt x="86290" y="278892"/>
                  </a:cubicBezTo>
                  <a:close/>
                </a:path>
              </a:pathLst>
            </a:custGeom>
            <a:solidFill>
              <a:srgbClr val="1D2247"/>
            </a:solidFill>
            <a:ln w="9525" cap="flat">
              <a:noFill/>
              <a:prstDash val="solid"/>
              <a:miter/>
            </a:ln>
          </p:spPr>
          <p:txBody>
            <a:bodyPr rtlCol="0" anchor="ctr"/>
            <a:lstStyle/>
            <a:p>
              <a:endParaRPr lang="en-IN"/>
            </a:p>
          </p:txBody>
        </p:sp>
        <p:sp>
          <p:nvSpPr>
            <p:cNvPr id="5" name="Freeform: Shape 4">
              <a:extLst>
                <a:ext uri="{FF2B5EF4-FFF2-40B4-BE49-F238E27FC236}">
                  <a16:creationId xmlns:a16="http://schemas.microsoft.com/office/drawing/2014/main" id="{9D8E755E-7450-D9CC-BBDA-374D6FB2A00E}"/>
                </a:ext>
              </a:extLst>
            </p:cNvPr>
            <p:cNvSpPr/>
            <p:nvPr/>
          </p:nvSpPr>
          <p:spPr>
            <a:xfrm>
              <a:off x="14157500" y="414587"/>
              <a:ext cx="926117" cy="454067"/>
            </a:xfrm>
            <a:custGeom>
              <a:avLst/>
              <a:gdLst>
                <a:gd name="connsiteX0" fmla="*/ 817817 w 926117"/>
                <a:gd name="connsiteY0" fmla="*/ 320326 h 454067"/>
                <a:gd name="connsiteX1" fmla="*/ 922592 w 926117"/>
                <a:gd name="connsiteY1" fmla="*/ 105156 h 454067"/>
                <a:gd name="connsiteX2" fmla="*/ 784193 w 926117"/>
                <a:gd name="connsiteY2" fmla="*/ 8001 h 454067"/>
                <a:gd name="connsiteX3" fmla="*/ 693230 w 926117"/>
                <a:gd name="connsiteY3" fmla="*/ 0 h 454067"/>
                <a:gd name="connsiteX4" fmla="*/ 127635 w 926117"/>
                <a:gd name="connsiteY4" fmla="*/ 243935 h 454067"/>
                <a:gd name="connsiteX5" fmla="*/ 184213 w 926117"/>
                <a:gd name="connsiteY5" fmla="*/ 327279 h 454067"/>
                <a:gd name="connsiteX6" fmla="*/ 462439 w 926117"/>
                <a:gd name="connsiteY6" fmla="*/ 253079 h 454067"/>
                <a:gd name="connsiteX7" fmla="*/ 302609 w 926117"/>
                <a:gd name="connsiteY7" fmla="*/ 175927 h 454067"/>
                <a:gd name="connsiteX8" fmla="*/ 692468 w 926117"/>
                <a:gd name="connsiteY8" fmla="*/ 24479 h 454067"/>
                <a:gd name="connsiteX9" fmla="*/ 784669 w 926117"/>
                <a:gd name="connsiteY9" fmla="*/ 186690 h 454067"/>
                <a:gd name="connsiteX10" fmla="*/ 263271 w 926117"/>
                <a:gd name="connsiteY10" fmla="*/ 412242 h 454067"/>
                <a:gd name="connsiteX11" fmla="*/ 30289 w 926117"/>
                <a:gd name="connsiteY11" fmla="*/ 290513 h 454067"/>
                <a:gd name="connsiteX12" fmla="*/ 209931 w 926117"/>
                <a:gd name="connsiteY12" fmla="*/ 78677 h 454067"/>
                <a:gd name="connsiteX13" fmla="*/ 201644 w 926117"/>
                <a:gd name="connsiteY13" fmla="*/ 79439 h 454067"/>
                <a:gd name="connsiteX14" fmla="*/ 0 w 926117"/>
                <a:gd name="connsiteY14" fmla="*/ 318707 h 454067"/>
                <a:gd name="connsiteX15" fmla="*/ 357473 w 926117"/>
                <a:gd name="connsiteY15" fmla="*/ 453295 h 454067"/>
                <a:gd name="connsiteX16" fmla="*/ 817817 w 926117"/>
                <a:gd name="connsiteY16" fmla="*/ 320421 h 45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117" h="454067">
                  <a:moveTo>
                    <a:pt x="817817" y="320326"/>
                  </a:moveTo>
                  <a:cubicBezTo>
                    <a:pt x="898969" y="247745"/>
                    <a:pt x="938689" y="167450"/>
                    <a:pt x="922592" y="105156"/>
                  </a:cubicBezTo>
                  <a:cubicBezTo>
                    <a:pt x="909733" y="54959"/>
                    <a:pt x="860584" y="20669"/>
                    <a:pt x="784193" y="8001"/>
                  </a:cubicBezTo>
                  <a:cubicBezTo>
                    <a:pt x="752761" y="2667"/>
                    <a:pt x="714089" y="0"/>
                    <a:pt x="693230" y="0"/>
                  </a:cubicBezTo>
                  <a:cubicBezTo>
                    <a:pt x="456914" y="1524"/>
                    <a:pt x="180880" y="139446"/>
                    <a:pt x="127635" y="243935"/>
                  </a:cubicBezTo>
                  <a:cubicBezTo>
                    <a:pt x="102203" y="294132"/>
                    <a:pt x="134398" y="316230"/>
                    <a:pt x="184213" y="327279"/>
                  </a:cubicBezTo>
                  <a:cubicBezTo>
                    <a:pt x="291751" y="351377"/>
                    <a:pt x="413575" y="283940"/>
                    <a:pt x="462439" y="253079"/>
                  </a:cubicBezTo>
                  <a:cubicBezTo>
                    <a:pt x="403669" y="256699"/>
                    <a:pt x="274892" y="248317"/>
                    <a:pt x="302609" y="175927"/>
                  </a:cubicBezTo>
                  <a:cubicBezTo>
                    <a:pt x="332042" y="99441"/>
                    <a:pt x="534162" y="8954"/>
                    <a:pt x="692468" y="24479"/>
                  </a:cubicBezTo>
                  <a:cubicBezTo>
                    <a:pt x="702945" y="25527"/>
                    <a:pt x="888778" y="36481"/>
                    <a:pt x="784669" y="186690"/>
                  </a:cubicBezTo>
                  <a:cubicBezTo>
                    <a:pt x="692372" y="320802"/>
                    <a:pt x="434530" y="409861"/>
                    <a:pt x="263271" y="412242"/>
                  </a:cubicBezTo>
                  <a:cubicBezTo>
                    <a:pt x="170021" y="416433"/>
                    <a:pt x="14668" y="401193"/>
                    <a:pt x="30289" y="290513"/>
                  </a:cubicBezTo>
                  <a:cubicBezTo>
                    <a:pt x="43243" y="200216"/>
                    <a:pt x="185071" y="98298"/>
                    <a:pt x="209931" y="78677"/>
                  </a:cubicBezTo>
                  <a:cubicBezTo>
                    <a:pt x="205835" y="79058"/>
                    <a:pt x="202311" y="79439"/>
                    <a:pt x="201644" y="79439"/>
                  </a:cubicBezTo>
                  <a:cubicBezTo>
                    <a:pt x="68104" y="173546"/>
                    <a:pt x="0" y="255079"/>
                    <a:pt x="0" y="318707"/>
                  </a:cubicBezTo>
                  <a:cubicBezTo>
                    <a:pt x="0" y="382334"/>
                    <a:pt x="76771" y="462820"/>
                    <a:pt x="357473" y="453295"/>
                  </a:cubicBezTo>
                  <a:cubicBezTo>
                    <a:pt x="514255" y="447961"/>
                    <a:pt x="724948" y="404146"/>
                    <a:pt x="817817" y="320421"/>
                  </a:cubicBezTo>
                  <a:close/>
                </a:path>
              </a:pathLst>
            </a:custGeom>
            <a:solidFill>
              <a:srgbClr val="DF6014"/>
            </a:solidFill>
            <a:ln w="9525"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AE1BA299-BB6E-AC10-A8BB-67B4FA3FF8F4}"/>
                </a:ext>
              </a:extLst>
            </p:cNvPr>
            <p:cNvSpPr/>
            <p:nvPr/>
          </p:nvSpPr>
          <p:spPr>
            <a:xfrm>
              <a:off x="14475355" y="449511"/>
              <a:ext cx="485364" cy="200629"/>
            </a:xfrm>
            <a:custGeom>
              <a:avLst/>
              <a:gdLst>
                <a:gd name="connsiteX0" fmla="*/ 481864 w 485364"/>
                <a:gd name="connsiteY0" fmla="*/ 97188 h 200629"/>
                <a:gd name="connsiteX1" fmla="*/ 453955 w 485364"/>
                <a:gd name="connsiteY1" fmla="*/ 27560 h 200629"/>
                <a:gd name="connsiteX2" fmla="*/ 212592 w 485364"/>
                <a:gd name="connsiteY2" fmla="*/ 16035 h 200629"/>
                <a:gd name="connsiteX3" fmla="*/ 10471 w 485364"/>
                <a:gd name="connsiteY3" fmla="*/ 125763 h 200629"/>
                <a:gd name="connsiteX4" fmla="*/ 51333 w 485364"/>
                <a:gd name="connsiteY4" fmla="*/ 200630 h 200629"/>
                <a:gd name="connsiteX5" fmla="*/ 51143 w 485364"/>
                <a:gd name="connsiteY5" fmla="*/ 200344 h 200629"/>
                <a:gd name="connsiteX6" fmla="*/ 45428 w 485364"/>
                <a:gd name="connsiteY6" fmla="*/ 187771 h 200629"/>
                <a:gd name="connsiteX7" fmla="*/ 246405 w 485364"/>
                <a:gd name="connsiteY7" fmla="*/ 61850 h 200629"/>
                <a:gd name="connsiteX8" fmla="*/ 481959 w 485364"/>
                <a:gd name="connsiteY8" fmla="*/ 97093 h 20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364" h="200629">
                  <a:moveTo>
                    <a:pt x="481864" y="97188"/>
                  </a:moveTo>
                  <a:cubicBezTo>
                    <a:pt x="489864" y="76233"/>
                    <a:pt x="485578" y="47277"/>
                    <a:pt x="453955" y="27560"/>
                  </a:cubicBezTo>
                  <a:cubicBezTo>
                    <a:pt x="444240" y="21560"/>
                    <a:pt x="372421" y="-23398"/>
                    <a:pt x="212592" y="16035"/>
                  </a:cubicBezTo>
                  <a:cubicBezTo>
                    <a:pt x="119151" y="39276"/>
                    <a:pt x="38475" y="84424"/>
                    <a:pt x="10471" y="125763"/>
                  </a:cubicBezTo>
                  <a:cubicBezTo>
                    <a:pt x="-24486" y="177674"/>
                    <a:pt x="38189" y="198915"/>
                    <a:pt x="51333" y="200630"/>
                  </a:cubicBezTo>
                  <a:lnTo>
                    <a:pt x="51143" y="200344"/>
                  </a:lnTo>
                  <a:cubicBezTo>
                    <a:pt x="48285" y="196534"/>
                    <a:pt x="46380" y="192247"/>
                    <a:pt x="45428" y="187771"/>
                  </a:cubicBezTo>
                  <a:cubicBezTo>
                    <a:pt x="36189" y="143384"/>
                    <a:pt x="126486" y="88901"/>
                    <a:pt x="246405" y="61850"/>
                  </a:cubicBezTo>
                  <a:cubicBezTo>
                    <a:pt x="322986" y="44610"/>
                    <a:pt x="463956" y="38324"/>
                    <a:pt x="481959" y="97093"/>
                  </a:cubicBezTo>
                  <a:close/>
                </a:path>
              </a:pathLst>
            </a:custGeom>
            <a:solidFill>
              <a:srgbClr val="1D2247"/>
            </a:solidFill>
            <a:ln w="9525" cap="flat">
              <a:noFill/>
              <a:prstDash val="solid"/>
              <a:miter/>
            </a:ln>
          </p:spPr>
          <p:txBody>
            <a:bodyPr rtlCol="0" anchor="ctr"/>
            <a:lstStyle/>
            <a:p>
              <a:endParaRPr lang="en-IN"/>
            </a:p>
          </p:txBody>
        </p:sp>
        <p:grpSp>
          <p:nvGrpSpPr>
            <p:cNvPr id="12" name="Graphic 48">
              <a:extLst>
                <a:ext uri="{FF2B5EF4-FFF2-40B4-BE49-F238E27FC236}">
                  <a16:creationId xmlns:a16="http://schemas.microsoft.com/office/drawing/2014/main" id="{FBC95AB7-D756-EBE8-06B9-A500F6FDB326}"/>
                </a:ext>
              </a:extLst>
            </p:cNvPr>
            <p:cNvGrpSpPr/>
            <p:nvPr/>
          </p:nvGrpSpPr>
          <p:grpSpPr>
            <a:xfrm>
              <a:off x="13029835" y="911220"/>
              <a:ext cx="2054351" cy="345853"/>
              <a:chOff x="13029835" y="911220"/>
              <a:chExt cx="2054351" cy="345853"/>
            </a:xfrm>
            <a:solidFill>
              <a:srgbClr val="1D2247"/>
            </a:solidFill>
          </p:grpSpPr>
          <p:sp>
            <p:nvSpPr>
              <p:cNvPr id="16" name="Freeform: Shape 15">
                <a:extLst>
                  <a:ext uri="{FF2B5EF4-FFF2-40B4-BE49-F238E27FC236}">
                    <a16:creationId xmlns:a16="http://schemas.microsoft.com/office/drawing/2014/main" id="{A847713F-8DA0-3A6D-4BE4-86262F1BC926}"/>
                  </a:ext>
                </a:extLst>
              </p:cNvPr>
              <p:cNvSpPr/>
              <p:nvPr/>
            </p:nvSpPr>
            <p:spPr>
              <a:xfrm>
                <a:off x="13029835" y="911220"/>
                <a:ext cx="171069" cy="340804"/>
              </a:xfrm>
              <a:custGeom>
                <a:avLst/>
                <a:gdLst>
                  <a:gd name="connsiteX0" fmla="*/ 52864 w 171069"/>
                  <a:gd name="connsiteY0" fmla="*/ 95441 h 340804"/>
                  <a:gd name="connsiteX1" fmla="*/ 20765 w 171069"/>
                  <a:gd name="connsiteY1" fmla="*/ 95441 h 340804"/>
                  <a:gd name="connsiteX2" fmla="*/ 12764 w 171069"/>
                  <a:gd name="connsiteY2" fmla="*/ 132969 h 340804"/>
                  <a:gd name="connsiteX3" fmla="*/ 44101 w 171069"/>
                  <a:gd name="connsiteY3" fmla="*/ 132969 h 340804"/>
                  <a:gd name="connsiteX4" fmla="*/ 0 w 171069"/>
                  <a:gd name="connsiteY4" fmla="*/ 340805 h 340804"/>
                  <a:gd name="connsiteX5" fmla="*/ 64294 w 171069"/>
                  <a:gd name="connsiteY5" fmla="*/ 340805 h 340804"/>
                  <a:gd name="connsiteX6" fmla="*/ 108395 w 171069"/>
                  <a:gd name="connsiteY6" fmla="*/ 132969 h 340804"/>
                  <a:gd name="connsiteX7" fmla="*/ 141256 w 171069"/>
                  <a:gd name="connsiteY7" fmla="*/ 132969 h 340804"/>
                  <a:gd name="connsiteX8" fmla="*/ 149162 w 171069"/>
                  <a:gd name="connsiteY8" fmla="*/ 95441 h 340804"/>
                  <a:gd name="connsiteX9" fmla="*/ 116776 w 171069"/>
                  <a:gd name="connsiteY9" fmla="*/ 95441 h 340804"/>
                  <a:gd name="connsiteX10" fmla="*/ 120682 w 171069"/>
                  <a:gd name="connsiteY10" fmla="*/ 76581 h 340804"/>
                  <a:gd name="connsiteX11" fmla="*/ 162782 w 171069"/>
                  <a:gd name="connsiteY11" fmla="*/ 39910 h 340804"/>
                  <a:gd name="connsiteX12" fmla="*/ 171069 w 171069"/>
                  <a:gd name="connsiteY12" fmla="*/ 762 h 340804"/>
                  <a:gd name="connsiteX13" fmla="*/ 150114 w 171069"/>
                  <a:gd name="connsiteY13" fmla="*/ 0 h 340804"/>
                  <a:gd name="connsiteX14" fmla="*/ 52959 w 171069"/>
                  <a:gd name="connsiteY14" fmla="*/ 95441 h 340804"/>
                  <a:gd name="connsiteX15" fmla="*/ 52959 w 171069"/>
                  <a:gd name="connsiteY15" fmla="*/ 95441 h 34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069" h="340804">
                    <a:moveTo>
                      <a:pt x="52864" y="95441"/>
                    </a:moveTo>
                    <a:lnTo>
                      <a:pt x="20765" y="95441"/>
                    </a:lnTo>
                    <a:cubicBezTo>
                      <a:pt x="20002" y="99155"/>
                      <a:pt x="14002" y="127540"/>
                      <a:pt x="12764" y="132969"/>
                    </a:cubicBezTo>
                    <a:lnTo>
                      <a:pt x="44101" y="132969"/>
                    </a:lnTo>
                    <a:cubicBezTo>
                      <a:pt x="44101" y="132969"/>
                      <a:pt x="1429" y="334137"/>
                      <a:pt x="0" y="340805"/>
                    </a:cubicBezTo>
                    <a:lnTo>
                      <a:pt x="64294" y="340805"/>
                    </a:lnTo>
                    <a:cubicBezTo>
                      <a:pt x="65151" y="336328"/>
                      <a:pt x="108395" y="132969"/>
                      <a:pt x="108395" y="132969"/>
                    </a:cubicBezTo>
                    <a:lnTo>
                      <a:pt x="141256" y="132969"/>
                    </a:lnTo>
                    <a:cubicBezTo>
                      <a:pt x="142018" y="129159"/>
                      <a:pt x="148018" y="101060"/>
                      <a:pt x="149162" y="95441"/>
                    </a:cubicBezTo>
                    <a:lnTo>
                      <a:pt x="116776" y="95441"/>
                    </a:lnTo>
                    <a:lnTo>
                      <a:pt x="120682" y="76581"/>
                    </a:lnTo>
                    <a:cubicBezTo>
                      <a:pt x="125920" y="51911"/>
                      <a:pt x="134493" y="38672"/>
                      <a:pt x="162782" y="39910"/>
                    </a:cubicBezTo>
                    <a:cubicBezTo>
                      <a:pt x="163639" y="36004"/>
                      <a:pt x="169926" y="6191"/>
                      <a:pt x="171069" y="762"/>
                    </a:cubicBezTo>
                    <a:cubicBezTo>
                      <a:pt x="168307" y="762"/>
                      <a:pt x="150114" y="0"/>
                      <a:pt x="150114" y="0"/>
                    </a:cubicBezTo>
                    <a:cubicBezTo>
                      <a:pt x="72009" y="0"/>
                      <a:pt x="65627" y="32004"/>
                      <a:pt x="52959" y="95441"/>
                    </a:cubicBezTo>
                    <a:lnTo>
                      <a:pt x="52959" y="95441"/>
                    </a:lnTo>
                    <a:close/>
                  </a:path>
                </a:pathLst>
              </a:custGeom>
              <a:solidFill>
                <a:srgbClr val="1D2247"/>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259AA6D8-F83E-E666-E166-42B42924350C}"/>
                  </a:ext>
                </a:extLst>
              </p:cNvPr>
              <p:cNvSpPr/>
              <p:nvPr/>
            </p:nvSpPr>
            <p:spPr>
              <a:xfrm>
                <a:off x="13219287" y="937795"/>
                <a:ext cx="74771" cy="49339"/>
              </a:xfrm>
              <a:custGeom>
                <a:avLst/>
                <a:gdLst>
                  <a:gd name="connsiteX0" fmla="*/ 10477 w 74771"/>
                  <a:gd name="connsiteY0" fmla="*/ 0 h 49339"/>
                  <a:gd name="connsiteX1" fmla="*/ 0 w 74771"/>
                  <a:gd name="connsiteY1" fmla="*/ 49340 h 49339"/>
                  <a:gd name="connsiteX2" fmla="*/ 64294 w 74771"/>
                  <a:gd name="connsiteY2" fmla="*/ 49340 h 49339"/>
                  <a:gd name="connsiteX3" fmla="*/ 74771 w 74771"/>
                  <a:gd name="connsiteY3" fmla="*/ 0 h 49339"/>
                  <a:gd name="connsiteX4" fmla="*/ 10477 w 74771"/>
                  <a:gd name="connsiteY4" fmla="*/ 0 h 49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71" h="49339">
                    <a:moveTo>
                      <a:pt x="10477" y="0"/>
                    </a:moveTo>
                    <a:cubicBezTo>
                      <a:pt x="9715" y="3905"/>
                      <a:pt x="1238" y="43625"/>
                      <a:pt x="0" y="49340"/>
                    </a:cubicBezTo>
                    <a:lnTo>
                      <a:pt x="64294" y="49340"/>
                    </a:lnTo>
                    <a:cubicBezTo>
                      <a:pt x="65056" y="45529"/>
                      <a:pt x="73533" y="5715"/>
                      <a:pt x="74771" y="0"/>
                    </a:cubicBezTo>
                    <a:lnTo>
                      <a:pt x="10477" y="0"/>
                    </a:lnTo>
                    <a:close/>
                  </a:path>
                </a:pathLst>
              </a:custGeom>
              <a:solidFill>
                <a:srgbClr val="1D2247"/>
              </a:solidFill>
              <a:ln w="9525"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23914515-5249-41BA-AC47-C6E60FDEDFA1}"/>
                  </a:ext>
                </a:extLst>
              </p:cNvPr>
              <p:cNvSpPr/>
              <p:nvPr/>
            </p:nvSpPr>
            <p:spPr>
              <a:xfrm>
                <a:off x="13163090" y="1006661"/>
                <a:ext cx="116395" cy="245363"/>
              </a:xfrm>
              <a:custGeom>
                <a:avLst/>
                <a:gdLst>
                  <a:gd name="connsiteX0" fmla="*/ 52102 w 116395"/>
                  <a:gd name="connsiteY0" fmla="*/ 0 h 245363"/>
                  <a:gd name="connsiteX1" fmla="*/ 0 w 116395"/>
                  <a:gd name="connsiteY1" fmla="*/ 245364 h 245363"/>
                  <a:gd name="connsiteX2" fmla="*/ 64198 w 116395"/>
                  <a:gd name="connsiteY2" fmla="*/ 245364 h 245363"/>
                  <a:gd name="connsiteX3" fmla="*/ 116396 w 116395"/>
                  <a:gd name="connsiteY3" fmla="*/ 0 h 245363"/>
                  <a:gd name="connsiteX4" fmla="*/ 52006 w 116395"/>
                  <a:gd name="connsiteY4" fmla="*/ 0 h 24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245363">
                    <a:moveTo>
                      <a:pt x="52102" y="0"/>
                    </a:moveTo>
                    <a:cubicBezTo>
                      <a:pt x="51244" y="4477"/>
                      <a:pt x="1429" y="238696"/>
                      <a:pt x="0" y="245364"/>
                    </a:cubicBezTo>
                    <a:lnTo>
                      <a:pt x="64198" y="245364"/>
                    </a:lnTo>
                    <a:cubicBezTo>
                      <a:pt x="65151" y="241078"/>
                      <a:pt x="114871" y="6667"/>
                      <a:pt x="116396" y="0"/>
                    </a:cubicBezTo>
                    <a:lnTo>
                      <a:pt x="52006" y="0"/>
                    </a:lnTo>
                    <a:close/>
                  </a:path>
                </a:pathLst>
              </a:custGeom>
              <a:solidFill>
                <a:srgbClr val="1D2247"/>
              </a:solidFill>
              <a:ln w="9525"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2C3FE3F3-4B6D-9E32-1557-9F1AE3DB0DF4}"/>
                  </a:ext>
                </a:extLst>
              </p:cNvPr>
              <p:cNvSpPr/>
              <p:nvPr/>
            </p:nvSpPr>
            <p:spPr>
              <a:xfrm>
                <a:off x="13443410" y="1001803"/>
                <a:ext cx="209454" cy="255174"/>
              </a:xfrm>
              <a:custGeom>
                <a:avLst/>
                <a:gdLst>
                  <a:gd name="connsiteX0" fmla="*/ 27146 w 209454"/>
                  <a:gd name="connsiteY0" fmla="*/ 68199 h 255174"/>
                  <a:gd name="connsiteX1" fmla="*/ 27146 w 209454"/>
                  <a:gd name="connsiteY1" fmla="*/ 68199 h 255174"/>
                  <a:gd name="connsiteX2" fmla="*/ 80772 w 209454"/>
                  <a:gd name="connsiteY2" fmla="*/ 139827 h 255174"/>
                  <a:gd name="connsiteX3" fmla="*/ 124682 w 209454"/>
                  <a:gd name="connsiteY3" fmla="*/ 189548 h 255174"/>
                  <a:gd name="connsiteX4" fmla="*/ 90488 w 209454"/>
                  <a:gd name="connsiteY4" fmla="*/ 217741 h 255174"/>
                  <a:gd name="connsiteX5" fmla="*/ 64960 w 209454"/>
                  <a:gd name="connsiteY5" fmla="*/ 203644 h 255174"/>
                  <a:gd name="connsiteX6" fmla="*/ 64103 w 209454"/>
                  <a:gd name="connsiteY6" fmla="*/ 195739 h 255174"/>
                  <a:gd name="connsiteX7" fmla="*/ 67151 w 209454"/>
                  <a:gd name="connsiteY7" fmla="*/ 175451 h 255174"/>
                  <a:gd name="connsiteX8" fmla="*/ 4381 w 209454"/>
                  <a:gd name="connsiteY8" fmla="*/ 175451 h 255174"/>
                  <a:gd name="connsiteX9" fmla="*/ 0 w 209454"/>
                  <a:gd name="connsiteY9" fmla="*/ 204787 h 255174"/>
                  <a:gd name="connsiteX10" fmla="*/ 8477 w 209454"/>
                  <a:gd name="connsiteY10" fmla="*/ 233744 h 255174"/>
                  <a:gd name="connsiteX11" fmla="*/ 81820 w 209454"/>
                  <a:gd name="connsiteY11" fmla="*/ 255175 h 255174"/>
                  <a:gd name="connsiteX12" fmla="*/ 189071 w 209454"/>
                  <a:gd name="connsiteY12" fmla="*/ 180975 h 255174"/>
                  <a:gd name="connsiteX13" fmla="*/ 130397 w 209454"/>
                  <a:gd name="connsiteY13" fmla="*/ 102489 h 255174"/>
                  <a:gd name="connsiteX14" fmla="*/ 91059 w 209454"/>
                  <a:gd name="connsiteY14" fmla="*/ 62675 h 255174"/>
                  <a:gd name="connsiteX15" fmla="*/ 123349 w 209454"/>
                  <a:gd name="connsiteY15" fmla="*/ 33623 h 255174"/>
                  <a:gd name="connsiteX16" fmla="*/ 142303 w 209454"/>
                  <a:gd name="connsiteY16" fmla="*/ 40100 h 255174"/>
                  <a:gd name="connsiteX17" fmla="*/ 145923 w 209454"/>
                  <a:gd name="connsiteY17" fmla="*/ 52959 h 255174"/>
                  <a:gd name="connsiteX18" fmla="*/ 143637 w 209454"/>
                  <a:gd name="connsiteY18" fmla="*/ 71342 h 255174"/>
                  <a:gd name="connsiteX19" fmla="*/ 206407 w 209454"/>
                  <a:gd name="connsiteY19" fmla="*/ 71342 h 255174"/>
                  <a:gd name="connsiteX20" fmla="*/ 209455 w 209454"/>
                  <a:gd name="connsiteY20" fmla="*/ 51244 h 255174"/>
                  <a:gd name="connsiteX21" fmla="*/ 200692 w 209454"/>
                  <a:gd name="connsiteY21" fmla="*/ 23336 h 255174"/>
                  <a:gd name="connsiteX22" fmla="*/ 138208 w 209454"/>
                  <a:gd name="connsiteY22" fmla="*/ 0 h 255174"/>
                  <a:gd name="connsiteX23" fmla="*/ 26956 w 209454"/>
                  <a:gd name="connsiteY23"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9454" h="255174">
                    <a:moveTo>
                      <a:pt x="27146" y="68199"/>
                    </a:moveTo>
                    <a:lnTo>
                      <a:pt x="27146" y="68199"/>
                    </a:lnTo>
                    <a:cubicBezTo>
                      <a:pt x="18288" y="110109"/>
                      <a:pt x="50101" y="125254"/>
                      <a:pt x="80772" y="139827"/>
                    </a:cubicBezTo>
                    <a:cubicBezTo>
                      <a:pt x="106204" y="152019"/>
                      <a:pt x="130302" y="163449"/>
                      <a:pt x="124682" y="189548"/>
                    </a:cubicBezTo>
                    <a:cubicBezTo>
                      <a:pt x="120586" y="208978"/>
                      <a:pt x="104584" y="217741"/>
                      <a:pt x="90488" y="217741"/>
                    </a:cubicBezTo>
                    <a:cubicBezTo>
                      <a:pt x="76390" y="217741"/>
                      <a:pt x="67723" y="213169"/>
                      <a:pt x="64960" y="203644"/>
                    </a:cubicBezTo>
                    <a:cubicBezTo>
                      <a:pt x="64389" y="201263"/>
                      <a:pt x="64103" y="198596"/>
                      <a:pt x="64103" y="195739"/>
                    </a:cubicBezTo>
                    <a:cubicBezTo>
                      <a:pt x="64103" y="190310"/>
                      <a:pt x="65342" y="183547"/>
                      <a:pt x="67151" y="175451"/>
                    </a:cubicBezTo>
                    <a:lnTo>
                      <a:pt x="4381" y="175451"/>
                    </a:lnTo>
                    <a:cubicBezTo>
                      <a:pt x="1619" y="186499"/>
                      <a:pt x="0" y="196310"/>
                      <a:pt x="0" y="204787"/>
                    </a:cubicBezTo>
                    <a:cubicBezTo>
                      <a:pt x="0" y="216884"/>
                      <a:pt x="2762" y="226505"/>
                      <a:pt x="8477" y="233744"/>
                    </a:cubicBezTo>
                    <a:cubicBezTo>
                      <a:pt x="19812" y="248602"/>
                      <a:pt x="42386" y="255175"/>
                      <a:pt x="81820" y="255175"/>
                    </a:cubicBezTo>
                    <a:cubicBezTo>
                      <a:pt x="136684" y="255175"/>
                      <a:pt x="179737" y="225457"/>
                      <a:pt x="189071" y="180975"/>
                    </a:cubicBezTo>
                    <a:cubicBezTo>
                      <a:pt x="198692" y="135827"/>
                      <a:pt x="162496" y="118110"/>
                      <a:pt x="130397" y="102489"/>
                    </a:cubicBezTo>
                    <a:cubicBezTo>
                      <a:pt x="107156" y="91059"/>
                      <a:pt x="87058" y="81248"/>
                      <a:pt x="91059" y="62675"/>
                    </a:cubicBezTo>
                    <a:cubicBezTo>
                      <a:pt x="94964" y="44196"/>
                      <a:pt x="106871" y="33623"/>
                      <a:pt x="123349" y="33623"/>
                    </a:cubicBezTo>
                    <a:cubicBezTo>
                      <a:pt x="130588" y="33623"/>
                      <a:pt x="137827" y="34385"/>
                      <a:pt x="142303" y="40100"/>
                    </a:cubicBezTo>
                    <a:cubicBezTo>
                      <a:pt x="144780" y="42767"/>
                      <a:pt x="145923" y="46863"/>
                      <a:pt x="145923" y="52959"/>
                    </a:cubicBezTo>
                    <a:cubicBezTo>
                      <a:pt x="145923" y="57721"/>
                      <a:pt x="144971" y="63913"/>
                      <a:pt x="143637" y="71342"/>
                    </a:cubicBezTo>
                    <a:lnTo>
                      <a:pt x="206407" y="71342"/>
                    </a:lnTo>
                    <a:cubicBezTo>
                      <a:pt x="208217" y="64198"/>
                      <a:pt x="209455" y="57531"/>
                      <a:pt x="209455" y="51244"/>
                    </a:cubicBezTo>
                    <a:cubicBezTo>
                      <a:pt x="209455" y="40386"/>
                      <a:pt x="206502" y="31052"/>
                      <a:pt x="200692" y="23336"/>
                    </a:cubicBezTo>
                    <a:cubicBezTo>
                      <a:pt x="189262" y="8192"/>
                      <a:pt x="167164" y="0"/>
                      <a:pt x="138208" y="0"/>
                    </a:cubicBezTo>
                    <a:cubicBezTo>
                      <a:pt x="115538" y="0"/>
                      <a:pt x="40576" y="4858"/>
                      <a:pt x="26956" y="68199"/>
                    </a:cubicBezTo>
                    <a:close/>
                  </a:path>
                </a:pathLst>
              </a:custGeom>
              <a:solidFill>
                <a:srgbClr val="1D2247"/>
              </a:solidFill>
              <a:ln w="9525"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706DCBB0-0D25-9310-870C-85E14B146CC8}"/>
                  </a:ext>
                </a:extLst>
              </p:cNvPr>
              <p:cNvSpPr/>
              <p:nvPr/>
            </p:nvSpPr>
            <p:spPr>
              <a:xfrm>
                <a:off x="13668619" y="940081"/>
                <a:ext cx="143598" cy="316991"/>
              </a:xfrm>
              <a:custGeom>
                <a:avLst/>
                <a:gdLst>
                  <a:gd name="connsiteX0" fmla="*/ 51302 w 143598"/>
                  <a:gd name="connsiteY0" fmla="*/ 28670 h 316991"/>
                  <a:gd name="connsiteX1" fmla="*/ 43301 w 143598"/>
                  <a:gd name="connsiteY1" fmla="*/ 66485 h 316991"/>
                  <a:gd name="connsiteX2" fmla="*/ 14916 w 143598"/>
                  <a:gd name="connsiteY2" fmla="*/ 66485 h 316991"/>
                  <a:gd name="connsiteX3" fmla="*/ 7106 w 143598"/>
                  <a:gd name="connsiteY3" fmla="*/ 104013 h 316991"/>
                  <a:gd name="connsiteX4" fmla="*/ 35395 w 143598"/>
                  <a:gd name="connsiteY4" fmla="*/ 104013 h 316991"/>
                  <a:gd name="connsiteX5" fmla="*/ 1105 w 143598"/>
                  <a:gd name="connsiteY5" fmla="*/ 264700 h 316991"/>
                  <a:gd name="connsiteX6" fmla="*/ 8058 w 143598"/>
                  <a:gd name="connsiteY6" fmla="*/ 300514 h 316991"/>
                  <a:gd name="connsiteX7" fmla="*/ 55016 w 143598"/>
                  <a:gd name="connsiteY7" fmla="*/ 316992 h 316991"/>
                  <a:gd name="connsiteX8" fmla="*/ 86735 w 143598"/>
                  <a:gd name="connsiteY8" fmla="*/ 315087 h 316991"/>
                  <a:gd name="connsiteX9" fmla="*/ 89402 w 143598"/>
                  <a:gd name="connsiteY9" fmla="*/ 314801 h 316991"/>
                  <a:gd name="connsiteX10" fmla="*/ 97498 w 143598"/>
                  <a:gd name="connsiteY10" fmla="*/ 277273 h 316991"/>
                  <a:gd name="connsiteX11" fmla="*/ 88354 w 143598"/>
                  <a:gd name="connsiteY11" fmla="*/ 278035 h 316991"/>
                  <a:gd name="connsiteX12" fmla="*/ 70066 w 143598"/>
                  <a:gd name="connsiteY12" fmla="*/ 271939 h 316991"/>
                  <a:gd name="connsiteX13" fmla="*/ 66923 w 143598"/>
                  <a:gd name="connsiteY13" fmla="*/ 261747 h 316991"/>
                  <a:gd name="connsiteX14" fmla="*/ 69494 w 143598"/>
                  <a:gd name="connsiteY14" fmla="*/ 244316 h 316991"/>
                  <a:gd name="connsiteX15" fmla="*/ 99403 w 143598"/>
                  <a:gd name="connsiteY15" fmla="*/ 104013 h 316991"/>
                  <a:gd name="connsiteX16" fmla="*/ 135693 w 143598"/>
                  <a:gd name="connsiteY16" fmla="*/ 104013 h 316991"/>
                  <a:gd name="connsiteX17" fmla="*/ 143599 w 143598"/>
                  <a:gd name="connsiteY17" fmla="*/ 66485 h 316991"/>
                  <a:gd name="connsiteX18" fmla="*/ 107309 w 143598"/>
                  <a:gd name="connsiteY18" fmla="*/ 66485 h 316991"/>
                  <a:gd name="connsiteX19" fmla="*/ 121501 w 143598"/>
                  <a:gd name="connsiteY19" fmla="*/ 0 h 316991"/>
                  <a:gd name="connsiteX20" fmla="*/ 51111 w 143598"/>
                  <a:gd name="connsiteY20" fmla="*/ 28670 h 31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3598" h="316991">
                    <a:moveTo>
                      <a:pt x="51302" y="28670"/>
                    </a:moveTo>
                    <a:cubicBezTo>
                      <a:pt x="50730" y="31433"/>
                      <a:pt x="43301" y="66485"/>
                      <a:pt x="43301" y="66485"/>
                    </a:cubicBezTo>
                    <a:lnTo>
                      <a:pt x="14916" y="66485"/>
                    </a:lnTo>
                    <a:cubicBezTo>
                      <a:pt x="14249" y="70295"/>
                      <a:pt x="8153" y="98584"/>
                      <a:pt x="7106" y="104013"/>
                    </a:cubicBezTo>
                    <a:lnTo>
                      <a:pt x="35395" y="104013"/>
                    </a:lnTo>
                    <a:lnTo>
                      <a:pt x="1105" y="264700"/>
                    </a:lnTo>
                    <a:cubicBezTo>
                      <a:pt x="57" y="269843"/>
                      <a:pt x="-2705" y="287179"/>
                      <a:pt x="8058" y="300514"/>
                    </a:cubicBezTo>
                    <a:cubicBezTo>
                      <a:pt x="16916" y="311372"/>
                      <a:pt x="32823" y="316992"/>
                      <a:pt x="55016" y="316992"/>
                    </a:cubicBezTo>
                    <a:lnTo>
                      <a:pt x="86735" y="315087"/>
                    </a:lnTo>
                    <a:cubicBezTo>
                      <a:pt x="86735" y="315087"/>
                      <a:pt x="88068" y="314992"/>
                      <a:pt x="89402" y="314801"/>
                    </a:cubicBezTo>
                    <a:cubicBezTo>
                      <a:pt x="90164" y="311372"/>
                      <a:pt x="96260" y="283274"/>
                      <a:pt x="97498" y="277273"/>
                    </a:cubicBezTo>
                    <a:cubicBezTo>
                      <a:pt x="93497" y="277559"/>
                      <a:pt x="88354" y="278035"/>
                      <a:pt x="88354" y="278035"/>
                    </a:cubicBezTo>
                    <a:cubicBezTo>
                      <a:pt x="79210" y="278035"/>
                      <a:pt x="73400" y="276130"/>
                      <a:pt x="70066" y="271939"/>
                    </a:cubicBezTo>
                    <a:cubicBezTo>
                      <a:pt x="67780" y="269081"/>
                      <a:pt x="66923" y="265843"/>
                      <a:pt x="66923" y="261747"/>
                    </a:cubicBezTo>
                    <a:cubicBezTo>
                      <a:pt x="66923" y="256699"/>
                      <a:pt x="68161" y="250984"/>
                      <a:pt x="69494" y="244316"/>
                    </a:cubicBezTo>
                    <a:lnTo>
                      <a:pt x="99403" y="104013"/>
                    </a:lnTo>
                    <a:lnTo>
                      <a:pt x="135693" y="104013"/>
                    </a:lnTo>
                    <a:cubicBezTo>
                      <a:pt x="136455" y="100298"/>
                      <a:pt x="142456" y="71914"/>
                      <a:pt x="143599" y="66485"/>
                    </a:cubicBezTo>
                    <a:lnTo>
                      <a:pt x="107309" y="66485"/>
                    </a:lnTo>
                    <a:cubicBezTo>
                      <a:pt x="107309" y="66485"/>
                      <a:pt x="119501" y="8954"/>
                      <a:pt x="121501" y="0"/>
                    </a:cubicBezTo>
                    <a:cubicBezTo>
                      <a:pt x="112928" y="3429"/>
                      <a:pt x="53588" y="27527"/>
                      <a:pt x="51111" y="28670"/>
                    </a:cubicBezTo>
                    <a:close/>
                  </a:path>
                </a:pathLst>
              </a:custGeom>
              <a:solidFill>
                <a:srgbClr val="1D2247"/>
              </a:solidFill>
              <a:ln w="9525"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70E284C5-DD56-1523-AA71-441F424FE1ED}"/>
                  </a:ext>
                </a:extLst>
              </p:cNvPr>
              <p:cNvSpPr/>
              <p:nvPr/>
            </p:nvSpPr>
            <p:spPr>
              <a:xfrm>
                <a:off x="13807360" y="1001708"/>
                <a:ext cx="209645" cy="255174"/>
              </a:xfrm>
              <a:custGeom>
                <a:avLst/>
                <a:gdLst>
                  <a:gd name="connsiteX0" fmla="*/ 27242 w 209645"/>
                  <a:gd name="connsiteY0" fmla="*/ 68294 h 255174"/>
                  <a:gd name="connsiteX1" fmla="*/ 25718 w 209645"/>
                  <a:gd name="connsiteY1" fmla="*/ 81915 h 255174"/>
                  <a:gd name="connsiteX2" fmla="*/ 80772 w 209645"/>
                  <a:gd name="connsiteY2" fmla="*/ 139922 h 255174"/>
                  <a:gd name="connsiteX3" fmla="*/ 125540 w 209645"/>
                  <a:gd name="connsiteY3" fmla="*/ 182309 h 255174"/>
                  <a:gd name="connsiteX4" fmla="*/ 124587 w 209645"/>
                  <a:gd name="connsiteY4" fmla="*/ 189548 h 255174"/>
                  <a:gd name="connsiteX5" fmla="*/ 90583 w 209645"/>
                  <a:gd name="connsiteY5" fmla="*/ 217742 h 255174"/>
                  <a:gd name="connsiteX6" fmla="*/ 64961 w 209645"/>
                  <a:gd name="connsiteY6" fmla="*/ 203645 h 255174"/>
                  <a:gd name="connsiteX7" fmla="*/ 64199 w 209645"/>
                  <a:gd name="connsiteY7" fmla="*/ 195834 h 255174"/>
                  <a:gd name="connsiteX8" fmla="*/ 67151 w 209645"/>
                  <a:gd name="connsiteY8" fmla="*/ 175450 h 255174"/>
                  <a:gd name="connsiteX9" fmla="*/ 4382 w 209645"/>
                  <a:gd name="connsiteY9" fmla="*/ 175450 h 255174"/>
                  <a:gd name="connsiteX10" fmla="*/ 0 w 209645"/>
                  <a:gd name="connsiteY10" fmla="*/ 204788 h 255174"/>
                  <a:gd name="connsiteX11" fmla="*/ 8477 w 209645"/>
                  <a:gd name="connsiteY11" fmla="*/ 233744 h 255174"/>
                  <a:gd name="connsiteX12" fmla="*/ 81915 w 209645"/>
                  <a:gd name="connsiteY12" fmla="*/ 255175 h 255174"/>
                  <a:gd name="connsiteX13" fmla="*/ 189357 w 209645"/>
                  <a:gd name="connsiteY13" fmla="*/ 180975 h 255174"/>
                  <a:gd name="connsiteX14" fmla="*/ 130588 w 209645"/>
                  <a:gd name="connsiteY14" fmla="*/ 102489 h 255174"/>
                  <a:gd name="connsiteX15" fmla="*/ 91154 w 209645"/>
                  <a:gd name="connsiteY15" fmla="*/ 62675 h 255174"/>
                  <a:gd name="connsiteX16" fmla="*/ 123539 w 209645"/>
                  <a:gd name="connsiteY16" fmla="*/ 33623 h 255174"/>
                  <a:gd name="connsiteX17" fmla="*/ 142589 w 209645"/>
                  <a:gd name="connsiteY17" fmla="*/ 40100 h 255174"/>
                  <a:gd name="connsiteX18" fmla="*/ 146114 w 209645"/>
                  <a:gd name="connsiteY18" fmla="*/ 52959 h 255174"/>
                  <a:gd name="connsiteX19" fmla="*/ 143828 w 209645"/>
                  <a:gd name="connsiteY19" fmla="*/ 71342 h 255174"/>
                  <a:gd name="connsiteX20" fmla="*/ 206597 w 209645"/>
                  <a:gd name="connsiteY20" fmla="*/ 71342 h 255174"/>
                  <a:gd name="connsiteX21" fmla="*/ 209645 w 209645"/>
                  <a:gd name="connsiteY21" fmla="*/ 51245 h 255174"/>
                  <a:gd name="connsiteX22" fmla="*/ 200882 w 209645"/>
                  <a:gd name="connsiteY22" fmla="*/ 23336 h 255174"/>
                  <a:gd name="connsiteX23" fmla="*/ 138303 w 209645"/>
                  <a:gd name="connsiteY23" fmla="*/ 0 h 255174"/>
                  <a:gd name="connsiteX24" fmla="*/ 27242 w 209645"/>
                  <a:gd name="connsiteY24"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9645" h="255174">
                    <a:moveTo>
                      <a:pt x="27242" y="68294"/>
                    </a:moveTo>
                    <a:cubicBezTo>
                      <a:pt x="26194" y="73247"/>
                      <a:pt x="25718" y="77724"/>
                      <a:pt x="25718" y="81915"/>
                    </a:cubicBezTo>
                    <a:cubicBezTo>
                      <a:pt x="25718" y="113633"/>
                      <a:pt x="53626" y="127063"/>
                      <a:pt x="80772" y="139922"/>
                    </a:cubicBezTo>
                    <a:cubicBezTo>
                      <a:pt x="103727" y="150971"/>
                      <a:pt x="125540" y="161258"/>
                      <a:pt x="125540" y="182309"/>
                    </a:cubicBezTo>
                    <a:cubicBezTo>
                      <a:pt x="125540" y="184595"/>
                      <a:pt x="125254" y="187071"/>
                      <a:pt x="124587" y="189548"/>
                    </a:cubicBezTo>
                    <a:cubicBezTo>
                      <a:pt x="120587" y="208979"/>
                      <a:pt x="104585" y="217742"/>
                      <a:pt x="90583" y="217742"/>
                    </a:cubicBezTo>
                    <a:cubicBezTo>
                      <a:pt x="75819" y="217742"/>
                      <a:pt x="67723" y="213170"/>
                      <a:pt x="64961" y="203645"/>
                    </a:cubicBezTo>
                    <a:cubicBezTo>
                      <a:pt x="64389" y="201359"/>
                      <a:pt x="64199" y="198787"/>
                      <a:pt x="64199" y="195834"/>
                    </a:cubicBezTo>
                    <a:cubicBezTo>
                      <a:pt x="64199" y="190309"/>
                      <a:pt x="65151" y="183547"/>
                      <a:pt x="67151" y="175450"/>
                    </a:cubicBezTo>
                    <a:lnTo>
                      <a:pt x="4382" y="175450"/>
                    </a:lnTo>
                    <a:cubicBezTo>
                      <a:pt x="1524" y="186500"/>
                      <a:pt x="0" y="196310"/>
                      <a:pt x="0" y="204788"/>
                    </a:cubicBezTo>
                    <a:cubicBezTo>
                      <a:pt x="0" y="216884"/>
                      <a:pt x="2762" y="226504"/>
                      <a:pt x="8477" y="233744"/>
                    </a:cubicBezTo>
                    <a:cubicBezTo>
                      <a:pt x="19907" y="248603"/>
                      <a:pt x="42386" y="255175"/>
                      <a:pt x="81915" y="255175"/>
                    </a:cubicBezTo>
                    <a:cubicBezTo>
                      <a:pt x="136779" y="255175"/>
                      <a:pt x="179927" y="225457"/>
                      <a:pt x="189357" y="180975"/>
                    </a:cubicBezTo>
                    <a:cubicBezTo>
                      <a:pt x="198977" y="135826"/>
                      <a:pt x="162592" y="118110"/>
                      <a:pt x="130588" y="102489"/>
                    </a:cubicBezTo>
                    <a:cubicBezTo>
                      <a:pt x="107252" y="91059"/>
                      <a:pt x="87249" y="81248"/>
                      <a:pt x="91154" y="62675"/>
                    </a:cubicBezTo>
                    <a:cubicBezTo>
                      <a:pt x="94964" y="44196"/>
                      <a:pt x="106871" y="33623"/>
                      <a:pt x="123539" y="33623"/>
                    </a:cubicBezTo>
                    <a:cubicBezTo>
                      <a:pt x="130683" y="33623"/>
                      <a:pt x="137922" y="34385"/>
                      <a:pt x="142589" y="40100"/>
                    </a:cubicBezTo>
                    <a:cubicBezTo>
                      <a:pt x="144875" y="42767"/>
                      <a:pt x="146114" y="46863"/>
                      <a:pt x="146114" y="52959"/>
                    </a:cubicBezTo>
                    <a:cubicBezTo>
                      <a:pt x="146114" y="57722"/>
                      <a:pt x="145352" y="63913"/>
                      <a:pt x="143828" y="71342"/>
                    </a:cubicBezTo>
                    <a:lnTo>
                      <a:pt x="206597" y="71342"/>
                    </a:lnTo>
                    <a:cubicBezTo>
                      <a:pt x="208502" y="64199"/>
                      <a:pt x="209645" y="57531"/>
                      <a:pt x="209645" y="51245"/>
                    </a:cubicBezTo>
                    <a:cubicBezTo>
                      <a:pt x="209645" y="40386"/>
                      <a:pt x="206693" y="31052"/>
                      <a:pt x="200882" y="23336"/>
                    </a:cubicBezTo>
                    <a:cubicBezTo>
                      <a:pt x="189452" y="8192"/>
                      <a:pt x="167259" y="0"/>
                      <a:pt x="138303" y="0"/>
                    </a:cubicBezTo>
                    <a:cubicBezTo>
                      <a:pt x="115729" y="0"/>
                      <a:pt x="40767" y="4858"/>
                      <a:pt x="27242" y="68199"/>
                    </a:cubicBezTo>
                    <a:close/>
                  </a:path>
                </a:pathLst>
              </a:custGeom>
              <a:solidFill>
                <a:srgbClr val="1D2247"/>
              </a:solid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4AE389DB-1023-7F86-6916-D015697BD7A4}"/>
                  </a:ext>
                </a:extLst>
              </p:cNvPr>
              <p:cNvSpPr/>
              <p:nvPr/>
            </p:nvSpPr>
            <p:spPr>
              <a:xfrm>
                <a:off x="14025383" y="1001803"/>
                <a:ext cx="215198" cy="255079"/>
              </a:xfrm>
              <a:custGeom>
                <a:avLst/>
                <a:gdLst>
                  <a:gd name="connsiteX0" fmla="*/ 135069 w 215198"/>
                  <a:gd name="connsiteY0" fmla="*/ 0 h 255079"/>
                  <a:gd name="connsiteX1" fmla="*/ 8386 w 215198"/>
                  <a:gd name="connsiteY1" fmla="*/ 124873 h 255079"/>
                  <a:gd name="connsiteX2" fmla="*/ 8386 w 215198"/>
                  <a:gd name="connsiteY2" fmla="*/ 124873 h 255079"/>
                  <a:gd name="connsiteX3" fmla="*/ 12768 w 215198"/>
                  <a:gd name="connsiteY3" fmla="*/ 232696 h 255079"/>
                  <a:gd name="connsiteX4" fmla="*/ 79633 w 215198"/>
                  <a:gd name="connsiteY4" fmla="*/ 255080 h 255079"/>
                  <a:gd name="connsiteX5" fmla="*/ 207649 w 215198"/>
                  <a:gd name="connsiteY5" fmla="*/ 123730 h 255079"/>
                  <a:gd name="connsiteX6" fmla="*/ 202601 w 215198"/>
                  <a:gd name="connsiteY6" fmla="*/ 22765 h 255079"/>
                  <a:gd name="connsiteX7" fmla="*/ 135069 w 215198"/>
                  <a:gd name="connsiteY7" fmla="*/ 0 h 255079"/>
                  <a:gd name="connsiteX8" fmla="*/ 69251 w 215198"/>
                  <a:gd name="connsiteY8" fmla="*/ 208883 h 255079"/>
                  <a:gd name="connsiteX9" fmla="*/ 73823 w 215198"/>
                  <a:gd name="connsiteY9" fmla="*/ 119729 h 255079"/>
                  <a:gd name="connsiteX10" fmla="*/ 73823 w 215198"/>
                  <a:gd name="connsiteY10" fmla="*/ 119729 h 255079"/>
                  <a:gd name="connsiteX11" fmla="*/ 125544 w 215198"/>
                  <a:gd name="connsiteY11" fmla="*/ 38862 h 255079"/>
                  <a:gd name="connsiteX12" fmla="*/ 146213 w 215198"/>
                  <a:gd name="connsiteY12" fmla="*/ 46768 h 255079"/>
                  <a:gd name="connsiteX13" fmla="*/ 143927 w 215198"/>
                  <a:gd name="connsiteY13" fmla="*/ 120968 h 255079"/>
                  <a:gd name="connsiteX14" fmla="*/ 89063 w 215198"/>
                  <a:gd name="connsiteY14" fmla="*/ 216122 h 255079"/>
                  <a:gd name="connsiteX15" fmla="*/ 69156 w 215198"/>
                  <a:gd name="connsiteY15" fmla="*/ 208883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5198" h="255079">
                    <a:moveTo>
                      <a:pt x="135069" y="0"/>
                    </a:moveTo>
                    <a:cubicBezTo>
                      <a:pt x="42581" y="0"/>
                      <a:pt x="22388" y="59055"/>
                      <a:pt x="8386" y="124873"/>
                    </a:cubicBezTo>
                    <a:lnTo>
                      <a:pt x="8386" y="124873"/>
                    </a:lnTo>
                    <a:cubicBezTo>
                      <a:pt x="-1901" y="173641"/>
                      <a:pt x="-5139" y="210693"/>
                      <a:pt x="12768" y="232696"/>
                    </a:cubicBezTo>
                    <a:cubicBezTo>
                      <a:pt x="24865" y="247840"/>
                      <a:pt x="46772" y="255080"/>
                      <a:pt x="79633" y="255080"/>
                    </a:cubicBezTo>
                    <a:cubicBezTo>
                      <a:pt x="163739" y="255080"/>
                      <a:pt x="189552" y="208978"/>
                      <a:pt x="207649" y="123730"/>
                    </a:cubicBezTo>
                    <a:cubicBezTo>
                      <a:pt x="215936" y="84773"/>
                      <a:pt x="221175" y="45529"/>
                      <a:pt x="202601" y="22765"/>
                    </a:cubicBezTo>
                    <a:cubicBezTo>
                      <a:pt x="190314" y="7334"/>
                      <a:pt x="168121" y="0"/>
                      <a:pt x="135069" y="0"/>
                    </a:cubicBezTo>
                    <a:close/>
                    <a:moveTo>
                      <a:pt x="69251" y="208883"/>
                    </a:moveTo>
                    <a:cubicBezTo>
                      <a:pt x="60774" y="198311"/>
                      <a:pt x="61822" y="175927"/>
                      <a:pt x="73823" y="119729"/>
                    </a:cubicBezTo>
                    <a:lnTo>
                      <a:pt x="73823" y="119729"/>
                    </a:lnTo>
                    <a:cubicBezTo>
                      <a:pt x="84491" y="69628"/>
                      <a:pt x="92587" y="38862"/>
                      <a:pt x="125544" y="38862"/>
                    </a:cubicBezTo>
                    <a:cubicBezTo>
                      <a:pt x="135164" y="38862"/>
                      <a:pt x="142022" y="41529"/>
                      <a:pt x="146213" y="46768"/>
                    </a:cubicBezTo>
                    <a:cubicBezTo>
                      <a:pt x="156119" y="58960"/>
                      <a:pt x="151547" y="85154"/>
                      <a:pt x="143927" y="120968"/>
                    </a:cubicBezTo>
                    <a:cubicBezTo>
                      <a:pt x="127449" y="198311"/>
                      <a:pt x="117257" y="216122"/>
                      <a:pt x="89063" y="216122"/>
                    </a:cubicBezTo>
                    <a:cubicBezTo>
                      <a:pt x="79348" y="216122"/>
                      <a:pt x="73156" y="213931"/>
                      <a:pt x="69156" y="208883"/>
                    </a:cubicBezTo>
                    <a:close/>
                  </a:path>
                </a:pathLst>
              </a:custGeom>
              <a:solidFill>
                <a:srgbClr val="1D2247"/>
              </a:solidFill>
              <a:ln w="9525"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BA6C711E-3472-9DEF-08F4-E7EB420BF60E}"/>
                  </a:ext>
                </a:extLst>
              </p:cNvPr>
              <p:cNvSpPr/>
              <p:nvPr/>
            </p:nvSpPr>
            <p:spPr>
              <a:xfrm>
                <a:off x="14252845" y="1006661"/>
                <a:ext cx="230600" cy="250413"/>
              </a:xfrm>
              <a:custGeom>
                <a:avLst/>
                <a:gdLst>
                  <a:gd name="connsiteX0" fmla="*/ 166307 w 230600"/>
                  <a:gd name="connsiteY0" fmla="*/ 0 h 250413"/>
                  <a:gd name="connsiteX1" fmla="*/ 129826 w 230600"/>
                  <a:gd name="connsiteY1" fmla="*/ 171831 h 250413"/>
                  <a:gd name="connsiteX2" fmla="*/ 92392 w 230600"/>
                  <a:gd name="connsiteY2" fmla="*/ 212884 h 250413"/>
                  <a:gd name="connsiteX3" fmla="*/ 73628 w 230600"/>
                  <a:gd name="connsiteY3" fmla="*/ 205645 h 250413"/>
                  <a:gd name="connsiteX4" fmla="*/ 69056 w 230600"/>
                  <a:gd name="connsiteY4" fmla="*/ 189738 h 250413"/>
                  <a:gd name="connsiteX5" fmla="*/ 71438 w 230600"/>
                  <a:gd name="connsiteY5" fmla="*/ 170593 h 250413"/>
                  <a:gd name="connsiteX6" fmla="*/ 107728 w 230600"/>
                  <a:gd name="connsiteY6" fmla="*/ 95 h 250413"/>
                  <a:gd name="connsiteX7" fmla="*/ 43529 w 230600"/>
                  <a:gd name="connsiteY7" fmla="*/ 95 h 250413"/>
                  <a:gd name="connsiteX8" fmla="*/ 1238 w 230600"/>
                  <a:gd name="connsiteY8" fmla="*/ 199263 h 250413"/>
                  <a:gd name="connsiteX9" fmla="*/ 0 w 230600"/>
                  <a:gd name="connsiteY9" fmla="*/ 210502 h 250413"/>
                  <a:gd name="connsiteX10" fmla="*/ 7906 w 230600"/>
                  <a:gd name="connsiteY10" fmla="*/ 233839 h 250413"/>
                  <a:gd name="connsiteX11" fmla="*/ 49435 w 230600"/>
                  <a:gd name="connsiteY11" fmla="*/ 250412 h 250413"/>
                  <a:gd name="connsiteX12" fmla="*/ 118777 w 230600"/>
                  <a:gd name="connsiteY12" fmla="*/ 226028 h 250413"/>
                  <a:gd name="connsiteX13" fmla="*/ 114109 w 230600"/>
                  <a:gd name="connsiteY13" fmla="*/ 245459 h 250413"/>
                  <a:gd name="connsiteX14" fmla="*/ 180784 w 230600"/>
                  <a:gd name="connsiteY14" fmla="*/ 245459 h 250413"/>
                  <a:gd name="connsiteX15" fmla="*/ 188500 w 230600"/>
                  <a:gd name="connsiteY15" fmla="*/ 198025 h 250413"/>
                  <a:gd name="connsiteX16" fmla="*/ 230600 w 230600"/>
                  <a:gd name="connsiteY16" fmla="*/ 95 h 250413"/>
                  <a:gd name="connsiteX17" fmla="*/ 166307 w 230600"/>
                  <a:gd name="connsiteY17" fmla="*/ 95 h 25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600" h="250413">
                    <a:moveTo>
                      <a:pt x="166307" y="0"/>
                    </a:moveTo>
                    <a:cubicBezTo>
                      <a:pt x="165449" y="4477"/>
                      <a:pt x="129826" y="171831"/>
                      <a:pt x="129826" y="171831"/>
                    </a:cubicBezTo>
                    <a:cubicBezTo>
                      <a:pt x="125254" y="193072"/>
                      <a:pt x="117729" y="212884"/>
                      <a:pt x="92392" y="212884"/>
                    </a:cubicBezTo>
                    <a:cubicBezTo>
                      <a:pt x="83629" y="212884"/>
                      <a:pt x="77533" y="210502"/>
                      <a:pt x="73628" y="205645"/>
                    </a:cubicBezTo>
                    <a:cubicBezTo>
                      <a:pt x="70199" y="201549"/>
                      <a:pt x="69056" y="195929"/>
                      <a:pt x="69056" y="189738"/>
                    </a:cubicBezTo>
                    <a:cubicBezTo>
                      <a:pt x="69056" y="183547"/>
                      <a:pt x="70104" y="176784"/>
                      <a:pt x="71438" y="170593"/>
                    </a:cubicBezTo>
                    <a:cubicBezTo>
                      <a:pt x="71438" y="170593"/>
                      <a:pt x="106299" y="6667"/>
                      <a:pt x="107728" y="95"/>
                    </a:cubicBezTo>
                    <a:lnTo>
                      <a:pt x="43529" y="95"/>
                    </a:lnTo>
                    <a:cubicBezTo>
                      <a:pt x="42577" y="4667"/>
                      <a:pt x="1238" y="199263"/>
                      <a:pt x="1238" y="199263"/>
                    </a:cubicBezTo>
                    <a:cubicBezTo>
                      <a:pt x="476" y="203073"/>
                      <a:pt x="0" y="206883"/>
                      <a:pt x="0" y="210502"/>
                    </a:cubicBezTo>
                    <a:cubicBezTo>
                      <a:pt x="0" y="219551"/>
                      <a:pt x="2762" y="227457"/>
                      <a:pt x="7906" y="233839"/>
                    </a:cubicBezTo>
                    <a:cubicBezTo>
                      <a:pt x="16383" y="244412"/>
                      <a:pt x="31528" y="250412"/>
                      <a:pt x="49435" y="250412"/>
                    </a:cubicBezTo>
                    <a:cubicBezTo>
                      <a:pt x="95631" y="250603"/>
                      <a:pt x="118777" y="226028"/>
                      <a:pt x="118777" y="226028"/>
                    </a:cubicBezTo>
                    <a:cubicBezTo>
                      <a:pt x="118777" y="226028"/>
                      <a:pt x="115253" y="240316"/>
                      <a:pt x="114109" y="245459"/>
                    </a:cubicBezTo>
                    <a:lnTo>
                      <a:pt x="180784" y="245459"/>
                    </a:lnTo>
                    <a:cubicBezTo>
                      <a:pt x="182975" y="227933"/>
                      <a:pt x="185452" y="212408"/>
                      <a:pt x="188500" y="198025"/>
                    </a:cubicBezTo>
                    <a:cubicBezTo>
                      <a:pt x="188500" y="198025"/>
                      <a:pt x="229076" y="6763"/>
                      <a:pt x="230600" y="95"/>
                    </a:cubicBezTo>
                    <a:lnTo>
                      <a:pt x="166307" y="95"/>
                    </a:lnTo>
                    <a:close/>
                  </a:path>
                </a:pathLst>
              </a:custGeom>
              <a:solidFill>
                <a:srgbClr val="1D2247"/>
              </a:solidFill>
              <a:ln w="9525"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DB3B3042-125E-67CA-09C4-7A1FCC168690}"/>
                  </a:ext>
                </a:extLst>
              </p:cNvPr>
              <p:cNvSpPr/>
              <p:nvPr/>
            </p:nvSpPr>
            <p:spPr>
              <a:xfrm>
                <a:off x="14485255" y="1001966"/>
                <a:ext cx="179927" cy="250058"/>
              </a:xfrm>
              <a:custGeom>
                <a:avLst/>
                <a:gdLst>
                  <a:gd name="connsiteX0" fmla="*/ 106870 w 179927"/>
                  <a:gd name="connsiteY0" fmla="*/ 33651 h 250058"/>
                  <a:gd name="connsiteX1" fmla="*/ 113062 w 179927"/>
                  <a:gd name="connsiteY1" fmla="*/ 4695 h 250058"/>
                  <a:gd name="connsiteX2" fmla="*/ 52197 w 179927"/>
                  <a:gd name="connsiteY2" fmla="*/ 4695 h 250058"/>
                  <a:gd name="connsiteX3" fmla="*/ 0 w 179927"/>
                  <a:gd name="connsiteY3" fmla="*/ 250059 h 250058"/>
                  <a:gd name="connsiteX4" fmla="*/ 64294 w 179927"/>
                  <a:gd name="connsiteY4" fmla="*/ 250059 h 250058"/>
                  <a:gd name="connsiteX5" fmla="*/ 92869 w 179927"/>
                  <a:gd name="connsiteY5" fmla="*/ 115661 h 250058"/>
                  <a:gd name="connsiteX6" fmla="*/ 168021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0" y="33651"/>
                    </a:moveTo>
                    <a:cubicBezTo>
                      <a:pt x="106870" y="33651"/>
                      <a:pt x="111919" y="10315"/>
                      <a:pt x="113062" y="4695"/>
                    </a:cubicBezTo>
                    <a:lnTo>
                      <a:pt x="52197" y="4695"/>
                    </a:lnTo>
                    <a:cubicBezTo>
                      <a:pt x="51244" y="9172"/>
                      <a:pt x="1429" y="243391"/>
                      <a:pt x="0" y="250059"/>
                    </a:cubicBezTo>
                    <a:lnTo>
                      <a:pt x="64294" y="250059"/>
                    </a:lnTo>
                    <a:cubicBezTo>
                      <a:pt x="65151" y="245773"/>
                      <a:pt x="92869" y="115661"/>
                      <a:pt x="92869" y="115661"/>
                    </a:cubicBezTo>
                    <a:cubicBezTo>
                      <a:pt x="97726" y="92230"/>
                      <a:pt x="106013" y="53653"/>
                      <a:pt x="168021" y="56606"/>
                    </a:cubicBezTo>
                    <a:cubicBezTo>
                      <a:pt x="168878" y="52510"/>
                      <a:pt x="178689" y="6600"/>
                      <a:pt x="179927" y="28"/>
                    </a:cubicBezTo>
                    <a:cubicBezTo>
                      <a:pt x="139922" y="-1115"/>
                      <a:pt x="106680" y="33651"/>
                      <a:pt x="106680" y="33651"/>
                    </a:cubicBezTo>
                    <a:close/>
                  </a:path>
                </a:pathLst>
              </a:custGeom>
              <a:solidFill>
                <a:srgbClr val="1D2247"/>
              </a:solidFill>
              <a:ln w="9525"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844FE045-446E-5C1C-574E-8AA2EBB472F1}"/>
                  </a:ext>
                </a:extLst>
              </p:cNvPr>
              <p:cNvSpPr/>
              <p:nvPr/>
            </p:nvSpPr>
            <p:spPr>
              <a:xfrm>
                <a:off x="13277771" y="1001966"/>
                <a:ext cx="179927" cy="250058"/>
              </a:xfrm>
              <a:custGeom>
                <a:avLst/>
                <a:gdLst>
                  <a:gd name="connsiteX0" fmla="*/ 106871 w 179927"/>
                  <a:gd name="connsiteY0" fmla="*/ 33651 h 250058"/>
                  <a:gd name="connsiteX1" fmla="*/ 112967 w 179927"/>
                  <a:gd name="connsiteY1" fmla="*/ 4695 h 250058"/>
                  <a:gd name="connsiteX2" fmla="*/ 52102 w 179927"/>
                  <a:gd name="connsiteY2" fmla="*/ 4695 h 250058"/>
                  <a:gd name="connsiteX3" fmla="*/ 0 w 179927"/>
                  <a:gd name="connsiteY3" fmla="*/ 250059 h 250058"/>
                  <a:gd name="connsiteX4" fmla="*/ 64198 w 179927"/>
                  <a:gd name="connsiteY4" fmla="*/ 250059 h 250058"/>
                  <a:gd name="connsiteX5" fmla="*/ 92869 w 179927"/>
                  <a:gd name="connsiteY5" fmla="*/ 115661 h 250058"/>
                  <a:gd name="connsiteX6" fmla="*/ 167926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1" y="33651"/>
                    </a:moveTo>
                    <a:cubicBezTo>
                      <a:pt x="106871" y="33651"/>
                      <a:pt x="111823" y="10315"/>
                      <a:pt x="112967" y="4695"/>
                    </a:cubicBezTo>
                    <a:lnTo>
                      <a:pt x="52102" y="4695"/>
                    </a:lnTo>
                    <a:cubicBezTo>
                      <a:pt x="51244" y="9172"/>
                      <a:pt x="1333" y="243391"/>
                      <a:pt x="0" y="250059"/>
                    </a:cubicBezTo>
                    <a:lnTo>
                      <a:pt x="64198" y="250059"/>
                    </a:lnTo>
                    <a:cubicBezTo>
                      <a:pt x="65151" y="245773"/>
                      <a:pt x="92869" y="115661"/>
                      <a:pt x="92869" y="115661"/>
                    </a:cubicBezTo>
                    <a:cubicBezTo>
                      <a:pt x="97726" y="92230"/>
                      <a:pt x="105918" y="53653"/>
                      <a:pt x="167926" y="56606"/>
                    </a:cubicBezTo>
                    <a:cubicBezTo>
                      <a:pt x="168783" y="52510"/>
                      <a:pt x="178594" y="6600"/>
                      <a:pt x="179927" y="28"/>
                    </a:cubicBezTo>
                    <a:cubicBezTo>
                      <a:pt x="139827" y="-1115"/>
                      <a:pt x="106680" y="33651"/>
                      <a:pt x="106680" y="33651"/>
                    </a:cubicBezTo>
                    <a:close/>
                  </a:path>
                </a:pathLst>
              </a:custGeom>
              <a:solidFill>
                <a:srgbClr val="1D2247"/>
              </a:solidFill>
              <a:ln w="9525"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845A6131-DA43-D61D-31F2-01F4EED7BC35}"/>
                  </a:ext>
                </a:extLst>
              </p:cNvPr>
              <p:cNvSpPr/>
              <p:nvPr/>
            </p:nvSpPr>
            <p:spPr>
              <a:xfrm>
                <a:off x="14647224" y="1001708"/>
                <a:ext cx="216934" cy="255174"/>
              </a:xfrm>
              <a:custGeom>
                <a:avLst/>
                <a:gdLst>
                  <a:gd name="connsiteX0" fmla="*/ 8433 w 216934"/>
                  <a:gd name="connsiteY0" fmla="*/ 124968 h 255174"/>
                  <a:gd name="connsiteX1" fmla="*/ 8433 w 216934"/>
                  <a:gd name="connsiteY1" fmla="*/ 124968 h 255174"/>
                  <a:gd name="connsiteX2" fmla="*/ 12719 w 216934"/>
                  <a:gd name="connsiteY2" fmla="*/ 232791 h 255174"/>
                  <a:gd name="connsiteX3" fmla="*/ 79775 w 216934"/>
                  <a:gd name="connsiteY3" fmla="*/ 255175 h 255174"/>
                  <a:gd name="connsiteX4" fmla="*/ 199028 w 216934"/>
                  <a:gd name="connsiteY4" fmla="*/ 163449 h 255174"/>
                  <a:gd name="connsiteX5" fmla="*/ 134734 w 216934"/>
                  <a:gd name="connsiteY5" fmla="*/ 163449 h 255174"/>
                  <a:gd name="connsiteX6" fmla="*/ 89205 w 216934"/>
                  <a:gd name="connsiteY6" fmla="*/ 216217 h 255174"/>
                  <a:gd name="connsiteX7" fmla="*/ 69297 w 216934"/>
                  <a:gd name="connsiteY7" fmla="*/ 208979 h 255174"/>
                  <a:gd name="connsiteX8" fmla="*/ 73774 w 216934"/>
                  <a:gd name="connsiteY8" fmla="*/ 119825 h 255174"/>
                  <a:gd name="connsiteX9" fmla="*/ 125685 w 216934"/>
                  <a:gd name="connsiteY9" fmla="*/ 38957 h 255174"/>
                  <a:gd name="connsiteX10" fmla="*/ 146926 w 216934"/>
                  <a:gd name="connsiteY10" fmla="*/ 46863 h 255174"/>
                  <a:gd name="connsiteX11" fmla="*/ 152355 w 216934"/>
                  <a:gd name="connsiteY11" fmla="*/ 66675 h 255174"/>
                  <a:gd name="connsiteX12" fmla="*/ 149784 w 216934"/>
                  <a:gd name="connsiteY12" fmla="*/ 88773 h 255174"/>
                  <a:gd name="connsiteX13" fmla="*/ 213887 w 216934"/>
                  <a:gd name="connsiteY13" fmla="*/ 88773 h 255174"/>
                  <a:gd name="connsiteX14" fmla="*/ 216935 w 216934"/>
                  <a:gd name="connsiteY14" fmla="*/ 63151 h 255174"/>
                  <a:gd name="connsiteX15" fmla="*/ 204838 w 216934"/>
                  <a:gd name="connsiteY15" fmla="*/ 23622 h 255174"/>
                  <a:gd name="connsiteX16" fmla="*/ 135020 w 216934"/>
                  <a:gd name="connsiteY16" fmla="*/ 0 h 255174"/>
                  <a:gd name="connsiteX17" fmla="*/ 8337 w 216934"/>
                  <a:gd name="connsiteY17" fmla="*/ 124873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934" h="255174">
                    <a:moveTo>
                      <a:pt x="8433" y="124968"/>
                    </a:moveTo>
                    <a:lnTo>
                      <a:pt x="8433" y="124968"/>
                    </a:lnTo>
                    <a:cubicBezTo>
                      <a:pt x="-1854" y="173736"/>
                      <a:pt x="-5188" y="210788"/>
                      <a:pt x="12719" y="232791"/>
                    </a:cubicBezTo>
                    <a:cubicBezTo>
                      <a:pt x="24816" y="247936"/>
                      <a:pt x="46914" y="255175"/>
                      <a:pt x="79775" y="255175"/>
                    </a:cubicBezTo>
                    <a:cubicBezTo>
                      <a:pt x="145783" y="255175"/>
                      <a:pt x="184645" y="225171"/>
                      <a:pt x="199028" y="163449"/>
                    </a:cubicBezTo>
                    <a:lnTo>
                      <a:pt x="134734" y="163449"/>
                    </a:lnTo>
                    <a:cubicBezTo>
                      <a:pt x="127114" y="197358"/>
                      <a:pt x="110922" y="216217"/>
                      <a:pt x="89205" y="216217"/>
                    </a:cubicBezTo>
                    <a:cubicBezTo>
                      <a:pt x="79394" y="216217"/>
                      <a:pt x="73298" y="214027"/>
                      <a:pt x="69297" y="208979"/>
                    </a:cubicBezTo>
                    <a:cubicBezTo>
                      <a:pt x="60630" y="198406"/>
                      <a:pt x="61773" y="176022"/>
                      <a:pt x="73774" y="119825"/>
                    </a:cubicBezTo>
                    <a:cubicBezTo>
                      <a:pt x="84442" y="69723"/>
                      <a:pt x="92729" y="38957"/>
                      <a:pt x="125685" y="38957"/>
                    </a:cubicBezTo>
                    <a:cubicBezTo>
                      <a:pt x="135591" y="38957"/>
                      <a:pt x="142735" y="41624"/>
                      <a:pt x="146926" y="46863"/>
                    </a:cubicBezTo>
                    <a:cubicBezTo>
                      <a:pt x="150641" y="51435"/>
                      <a:pt x="152355" y="57722"/>
                      <a:pt x="152355" y="66675"/>
                    </a:cubicBezTo>
                    <a:cubicBezTo>
                      <a:pt x="152355" y="72676"/>
                      <a:pt x="151403" y="80105"/>
                      <a:pt x="149784" y="88773"/>
                    </a:cubicBezTo>
                    <a:lnTo>
                      <a:pt x="213887" y="88773"/>
                    </a:lnTo>
                    <a:cubicBezTo>
                      <a:pt x="215697" y="79534"/>
                      <a:pt x="216935" y="70771"/>
                      <a:pt x="216935" y="63151"/>
                    </a:cubicBezTo>
                    <a:cubicBezTo>
                      <a:pt x="216935" y="46768"/>
                      <a:pt x="212934" y="33623"/>
                      <a:pt x="204838" y="23622"/>
                    </a:cubicBezTo>
                    <a:cubicBezTo>
                      <a:pt x="192075" y="7906"/>
                      <a:pt x="168643" y="0"/>
                      <a:pt x="135020" y="0"/>
                    </a:cubicBezTo>
                    <a:cubicBezTo>
                      <a:pt x="42627" y="0"/>
                      <a:pt x="22434" y="59055"/>
                      <a:pt x="8337" y="124873"/>
                    </a:cubicBezTo>
                    <a:close/>
                  </a:path>
                </a:pathLst>
              </a:custGeom>
              <a:solidFill>
                <a:srgbClr val="1D2247"/>
              </a:solidFill>
              <a:ln w="952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B4A77CA7-AFD2-61E5-4FD9-FEA428741067}"/>
                  </a:ext>
                </a:extLst>
              </p:cNvPr>
              <p:cNvSpPr/>
              <p:nvPr/>
            </p:nvSpPr>
            <p:spPr>
              <a:xfrm>
                <a:off x="14868655" y="1001803"/>
                <a:ext cx="215531" cy="255079"/>
              </a:xfrm>
              <a:custGeom>
                <a:avLst/>
                <a:gdLst>
                  <a:gd name="connsiteX0" fmla="*/ 215531 w 215531"/>
                  <a:gd name="connsiteY0" fmla="*/ 67913 h 255079"/>
                  <a:gd name="connsiteX1" fmla="*/ 203244 w 215531"/>
                  <a:gd name="connsiteY1" fmla="*/ 23336 h 255079"/>
                  <a:gd name="connsiteX2" fmla="*/ 135140 w 215531"/>
                  <a:gd name="connsiteY2" fmla="*/ 0 h 255079"/>
                  <a:gd name="connsiteX3" fmla="*/ 8553 w 215531"/>
                  <a:gd name="connsiteY3" fmla="*/ 124873 h 255079"/>
                  <a:gd name="connsiteX4" fmla="*/ 12744 w 215531"/>
                  <a:gd name="connsiteY4" fmla="*/ 232696 h 255079"/>
                  <a:gd name="connsiteX5" fmla="*/ 79705 w 215531"/>
                  <a:gd name="connsiteY5" fmla="*/ 255080 h 255079"/>
                  <a:gd name="connsiteX6" fmla="*/ 157143 w 215531"/>
                  <a:gd name="connsiteY6" fmla="*/ 231362 h 255079"/>
                  <a:gd name="connsiteX7" fmla="*/ 195624 w 215531"/>
                  <a:gd name="connsiteY7" fmla="*/ 171355 h 255079"/>
                  <a:gd name="connsiteX8" fmla="*/ 130568 w 215531"/>
                  <a:gd name="connsiteY8" fmla="*/ 171355 h 255079"/>
                  <a:gd name="connsiteX9" fmla="*/ 89135 w 215531"/>
                  <a:gd name="connsiteY9" fmla="*/ 216122 h 255079"/>
                  <a:gd name="connsiteX10" fmla="*/ 71037 w 215531"/>
                  <a:gd name="connsiteY10" fmla="*/ 208312 h 255079"/>
                  <a:gd name="connsiteX11" fmla="*/ 64179 w 215531"/>
                  <a:gd name="connsiteY11" fmla="*/ 182309 h 255079"/>
                  <a:gd name="connsiteX12" fmla="*/ 70370 w 215531"/>
                  <a:gd name="connsiteY12" fmla="*/ 138112 h 255079"/>
                  <a:gd name="connsiteX13" fmla="*/ 204578 w 215531"/>
                  <a:gd name="connsiteY13" fmla="*/ 138112 h 255079"/>
                  <a:gd name="connsiteX14" fmla="*/ 205149 w 215531"/>
                  <a:gd name="connsiteY14" fmla="*/ 135827 h 255079"/>
                  <a:gd name="connsiteX15" fmla="*/ 215531 w 215531"/>
                  <a:gd name="connsiteY15" fmla="*/ 67818 h 255079"/>
                  <a:gd name="connsiteX16" fmla="*/ 79038 w 215531"/>
                  <a:gd name="connsiteY16" fmla="*/ 97822 h 255079"/>
                  <a:gd name="connsiteX17" fmla="*/ 125901 w 215531"/>
                  <a:gd name="connsiteY17" fmla="*/ 37433 h 255079"/>
                  <a:gd name="connsiteX18" fmla="*/ 147618 w 215531"/>
                  <a:gd name="connsiteY18" fmla="*/ 45910 h 255079"/>
                  <a:gd name="connsiteX19" fmla="*/ 148952 w 215531"/>
                  <a:gd name="connsiteY19" fmla="*/ 97917 h 255079"/>
                  <a:gd name="connsiteX20" fmla="*/ 147999 w 215531"/>
                  <a:gd name="connsiteY20" fmla="*/ 102203 h 255079"/>
                  <a:gd name="connsiteX21" fmla="*/ 77990 w 215531"/>
                  <a:gd name="connsiteY21" fmla="*/ 102203 h 255079"/>
                  <a:gd name="connsiteX22" fmla="*/ 78943 w 215531"/>
                  <a:gd name="connsiteY22" fmla="*/ 97727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5531" h="255079">
                    <a:moveTo>
                      <a:pt x="215531" y="67913"/>
                    </a:moveTo>
                    <a:cubicBezTo>
                      <a:pt x="215531" y="50102"/>
                      <a:pt x="212197" y="34766"/>
                      <a:pt x="203244" y="23336"/>
                    </a:cubicBezTo>
                    <a:cubicBezTo>
                      <a:pt x="190862" y="7620"/>
                      <a:pt x="168573" y="0"/>
                      <a:pt x="135140" y="0"/>
                    </a:cubicBezTo>
                    <a:cubicBezTo>
                      <a:pt x="42653" y="0"/>
                      <a:pt x="22460" y="59055"/>
                      <a:pt x="8553" y="124873"/>
                    </a:cubicBezTo>
                    <a:cubicBezTo>
                      <a:pt x="-2020" y="173641"/>
                      <a:pt x="-5068" y="210693"/>
                      <a:pt x="12744" y="232696"/>
                    </a:cubicBezTo>
                    <a:cubicBezTo>
                      <a:pt x="25031" y="247840"/>
                      <a:pt x="46939" y="255080"/>
                      <a:pt x="79705" y="255080"/>
                    </a:cubicBezTo>
                    <a:cubicBezTo>
                      <a:pt x="110375" y="255080"/>
                      <a:pt x="137236" y="246888"/>
                      <a:pt x="157143" y="231362"/>
                    </a:cubicBezTo>
                    <a:cubicBezTo>
                      <a:pt x="175812" y="217170"/>
                      <a:pt x="188671" y="196882"/>
                      <a:pt x="195624" y="171355"/>
                    </a:cubicBezTo>
                    <a:lnTo>
                      <a:pt x="130568" y="171355"/>
                    </a:lnTo>
                    <a:cubicBezTo>
                      <a:pt x="123615" y="200882"/>
                      <a:pt x="109899" y="216122"/>
                      <a:pt x="89135" y="216122"/>
                    </a:cubicBezTo>
                    <a:cubicBezTo>
                      <a:pt x="81324" y="216122"/>
                      <a:pt x="75323" y="213551"/>
                      <a:pt x="71037" y="208312"/>
                    </a:cubicBezTo>
                    <a:cubicBezTo>
                      <a:pt x="66084" y="202120"/>
                      <a:pt x="64179" y="192977"/>
                      <a:pt x="64179" y="182309"/>
                    </a:cubicBezTo>
                    <a:cubicBezTo>
                      <a:pt x="64179" y="168783"/>
                      <a:pt x="67227" y="152972"/>
                      <a:pt x="70370" y="138112"/>
                    </a:cubicBezTo>
                    <a:lnTo>
                      <a:pt x="204578" y="138112"/>
                    </a:lnTo>
                    <a:lnTo>
                      <a:pt x="205149" y="135827"/>
                    </a:lnTo>
                    <a:cubicBezTo>
                      <a:pt x="210769" y="112109"/>
                      <a:pt x="215531" y="88392"/>
                      <a:pt x="215531" y="67818"/>
                    </a:cubicBezTo>
                    <a:close/>
                    <a:moveTo>
                      <a:pt x="79038" y="97822"/>
                    </a:moveTo>
                    <a:cubicBezTo>
                      <a:pt x="83610" y="76771"/>
                      <a:pt x="91802" y="37433"/>
                      <a:pt x="125901" y="37433"/>
                    </a:cubicBezTo>
                    <a:cubicBezTo>
                      <a:pt x="135712" y="37433"/>
                      <a:pt x="143046" y="40291"/>
                      <a:pt x="147618" y="45910"/>
                    </a:cubicBezTo>
                    <a:cubicBezTo>
                      <a:pt x="157429" y="58102"/>
                      <a:pt x="152762" y="80296"/>
                      <a:pt x="148952" y="97917"/>
                    </a:cubicBezTo>
                    <a:lnTo>
                      <a:pt x="147999" y="102203"/>
                    </a:lnTo>
                    <a:lnTo>
                      <a:pt x="77990" y="102203"/>
                    </a:lnTo>
                    <a:lnTo>
                      <a:pt x="78943" y="97727"/>
                    </a:lnTo>
                    <a:close/>
                  </a:path>
                </a:pathLst>
              </a:custGeom>
              <a:solidFill>
                <a:srgbClr val="1D2247"/>
              </a:solidFill>
              <a:ln w="9525" cap="flat">
                <a:noFill/>
                <a:prstDash val="solid"/>
                <a:miter/>
              </a:ln>
            </p:spPr>
            <p:txBody>
              <a:bodyPr rtlCol="0" anchor="ctr"/>
              <a:lstStyle/>
              <a:p>
                <a:endParaRPr lang="en-IN"/>
              </a:p>
            </p:txBody>
          </p:sp>
        </p:grpSp>
        <p:grpSp>
          <p:nvGrpSpPr>
            <p:cNvPr id="13" name="Graphic 48">
              <a:extLst>
                <a:ext uri="{FF2B5EF4-FFF2-40B4-BE49-F238E27FC236}">
                  <a16:creationId xmlns:a16="http://schemas.microsoft.com/office/drawing/2014/main" id="{24BEE54E-C7AA-3AA6-5388-1589C9E41925}"/>
                </a:ext>
              </a:extLst>
            </p:cNvPr>
            <p:cNvGrpSpPr/>
            <p:nvPr/>
          </p:nvGrpSpPr>
          <p:grpSpPr>
            <a:xfrm>
              <a:off x="15103999" y="1010566"/>
              <a:ext cx="48577" cy="48577"/>
              <a:chOff x="15103999" y="1010566"/>
              <a:chExt cx="48577" cy="48577"/>
            </a:xfrm>
            <a:solidFill>
              <a:srgbClr val="1D2247"/>
            </a:solidFill>
          </p:grpSpPr>
          <p:sp>
            <p:nvSpPr>
              <p:cNvPr id="14" name="Freeform: Shape 13">
                <a:extLst>
                  <a:ext uri="{FF2B5EF4-FFF2-40B4-BE49-F238E27FC236}">
                    <a16:creationId xmlns:a16="http://schemas.microsoft.com/office/drawing/2014/main" id="{4188BD8E-2292-3FA8-4E52-E8754A172EB2}"/>
                  </a:ext>
                </a:extLst>
              </p:cNvPr>
              <p:cNvSpPr/>
              <p:nvPr/>
            </p:nvSpPr>
            <p:spPr>
              <a:xfrm>
                <a:off x="15121430" y="1021996"/>
                <a:ext cx="17621" cy="25145"/>
              </a:xfrm>
              <a:custGeom>
                <a:avLst/>
                <a:gdLst>
                  <a:gd name="connsiteX0" fmla="*/ 13716 w 17621"/>
                  <a:gd name="connsiteY0" fmla="*/ 25051 h 25145"/>
                  <a:gd name="connsiteX1" fmla="*/ 7048 w 17621"/>
                  <a:gd name="connsiteY1" fmla="*/ 14383 h 25145"/>
                  <a:gd name="connsiteX2" fmla="*/ 3334 w 17621"/>
                  <a:gd name="connsiteY2" fmla="*/ 14288 h 25145"/>
                  <a:gd name="connsiteX3" fmla="*/ 3334 w 17621"/>
                  <a:gd name="connsiteY3" fmla="*/ 25146 h 25145"/>
                  <a:gd name="connsiteX4" fmla="*/ 0 w 17621"/>
                  <a:gd name="connsiteY4" fmla="*/ 25146 h 25145"/>
                  <a:gd name="connsiteX5" fmla="*/ 0 w 17621"/>
                  <a:gd name="connsiteY5" fmla="*/ 190 h 25145"/>
                  <a:gd name="connsiteX6" fmla="*/ 2667 w 17621"/>
                  <a:gd name="connsiteY6" fmla="*/ 0 h 25145"/>
                  <a:gd name="connsiteX7" fmla="*/ 6191 w 17621"/>
                  <a:gd name="connsiteY7" fmla="*/ 0 h 25145"/>
                  <a:gd name="connsiteX8" fmla="*/ 15240 w 17621"/>
                  <a:gd name="connsiteY8" fmla="*/ 7144 h 25145"/>
                  <a:gd name="connsiteX9" fmla="*/ 13811 w 17621"/>
                  <a:gd name="connsiteY9" fmla="*/ 11335 h 25145"/>
                  <a:gd name="connsiteX10" fmla="*/ 10382 w 17621"/>
                  <a:gd name="connsiteY10" fmla="*/ 13621 h 25145"/>
                  <a:gd name="connsiteX11" fmla="*/ 17621 w 17621"/>
                  <a:gd name="connsiteY11" fmla="*/ 25051 h 25145"/>
                  <a:gd name="connsiteX12" fmla="*/ 13716 w 17621"/>
                  <a:gd name="connsiteY12" fmla="*/ 25051 h 25145"/>
                  <a:gd name="connsiteX13" fmla="*/ 3429 w 17621"/>
                  <a:gd name="connsiteY13" fmla="*/ 3143 h 25145"/>
                  <a:gd name="connsiteX14" fmla="*/ 3429 w 17621"/>
                  <a:gd name="connsiteY14" fmla="*/ 11240 h 25145"/>
                  <a:gd name="connsiteX15" fmla="*/ 5810 w 17621"/>
                  <a:gd name="connsiteY15" fmla="*/ 11430 h 25145"/>
                  <a:gd name="connsiteX16" fmla="*/ 10382 w 17621"/>
                  <a:gd name="connsiteY16" fmla="*/ 10477 h 25145"/>
                  <a:gd name="connsiteX17" fmla="*/ 11716 w 17621"/>
                  <a:gd name="connsiteY17" fmla="*/ 6953 h 25145"/>
                  <a:gd name="connsiteX18" fmla="*/ 10287 w 17621"/>
                  <a:gd name="connsiteY18" fmla="*/ 3905 h 25145"/>
                  <a:gd name="connsiteX19" fmla="*/ 5524 w 17621"/>
                  <a:gd name="connsiteY19" fmla="*/ 3048 h 25145"/>
                  <a:gd name="connsiteX20" fmla="*/ 3429 w 17621"/>
                  <a:gd name="connsiteY20" fmla="*/ 3238 h 25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21" h="25145">
                    <a:moveTo>
                      <a:pt x="13716" y="25051"/>
                    </a:moveTo>
                    <a:lnTo>
                      <a:pt x="7048" y="14383"/>
                    </a:lnTo>
                    <a:cubicBezTo>
                      <a:pt x="6287" y="14383"/>
                      <a:pt x="5048" y="14383"/>
                      <a:pt x="3334" y="14288"/>
                    </a:cubicBezTo>
                    <a:lnTo>
                      <a:pt x="3334" y="25146"/>
                    </a:lnTo>
                    <a:lnTo>
                      <a:pt x="0" y="25146"/>
                    </a:lnTo>
                    <a:lnTo>
                      <a:pt x="0" y="190"/>
                    </a:lnTo>
                    <a:cubicBezTo>
                      <a:pt x="0" y="190"/>
                      <a:pt x="1048" y="190"/>
                      <a:pt x="2667" y="0"/>
                    </a:cubicBezTo>
                    <a:cubicBezTo>
                      <a:pt x="4286" y="0"/>
                      <a:pt x="5524" y="0"/>
                      <a:pt x="6191" y="0"/>
                    </a:cubicBezTo>
                    <a:cubicBezTo>
                      <a:pt x="12287" y="0"/>
                      <a:pt x="15240" y="2381"/>
                      <a:pt x="15240" y="7144"/>
                    </a:cubicBezTo>
                    <a:cubicBezTo>
                      <a:pt x="15240" y="8668"/>
                      <a:pt x="14764" y="10096"/>
                      <a:pt x="13811" y="11335"/>
                    </a:cubicBezTo>
                    <a:cubicBezTo>
                      <a:pt x="12859" y="12573"/>
                      <a:pt x="11621" y="13335"/>
                      <a:pt x="10382" y="13621"/>
                    </a:cubicBezTo>
                    <a:lnTo>
                      <a:pt x="17621" y="25051"/>
                    </a:lnTo>
                    <a:lnTo>
                      <a:pt x="13716" y="25051"/>
                    </a:lnTo>
                    <a:close/>
                    <a:moveTo>
                      <a:pt x="3429" y="3143"/>
                    </a:moveTo>
                    <a:lnTo>
                      <a:pt x="3429" y="11240"/>
                    </a:lnTo>
                    <a:cubicBezTo>
                      <a:pt x="4286" y="11335"/>
                      <a:pt x="5144" y="11430"/>
                      <a:pt x="5810" y="11430"/>
                    </a:cubicBezTo>
                    <a:cubicBezTo>
                      <a:pt x="7906" y="11430"/>
                      <a:pt x="9335" y="11049"/>
                      <a:pt x="10382" y="10477"/>
                    </a:cubicBezTo>
                    <a:cubicBezTo>
                      <a:pt x="11239" y="9811"/>
                      <a:pt x="11716" y="8668"/>
                      <a:pt x="11716" y="6953"/>
                    </a:cubicBezTo>
                    <a:cubicBezTo>
                      <a:pt x="11716" y="5524"/>
                      <a:pt x="11239" y="4572"/>
                      <a:pt x="10287" y="3905"/>
                    </a:cubicBezTo>
                    <a:cubicBezTo>
                      <a:pt x="9335" y="3238"/>
                      <a:pt x="7715" y="3048"/>
                      <a:pt x="5524" y="3048"/>
                    </a:cubicBezTo>
                    <a:cubicBezTo>
                      <a:pt x="5144" y="3048"/>
                      <a:pt x="4477" y="3048"/>
                      <a:pt x="3429" y="3238"/>
                    </a:cubicBezTo>
                    <a:close/>
                  </a:path>
                </a:pathLst>
              </a:custGeom>
              <a:solidFill>
                <a:srgbClr val="1D2247"/>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D0A760A2-62D4-D660-076A-4EF66CA4753C}"/>
                  </a:ext>
                </a:extLst>
              </p:cNvPr>
              <p:cNvSpPr/>
              <p:nvPr/>
            </p:nvSpPr>
            <p:spPr>
              <a:xfrm>
                <a:off x="15103999" y="1010566"/>
                <a:ext cx="48577" cy="48577"/>
              </a:xfrm>
              <a:custGeom>
                <a:avLst/>
                <a:gdLst>
                  <a:gd name="connsiteX0" fmla="*/ 0 w 48577"/>
                  <a:gd name="connsiteY0" fmla="*/ 24289 h 48577"/>
                  <a:gd name="connsiteX1" fmla="*/ 24289 w 48577"/>
                  <a:gd name="connsiteY1" fmla="*/ 0 h 48577"/>
                  <a:gd name="connsiteX2" fmla="*/ 24289 w 48577"/>
                  <a:gd name="connsiteY2" fmla="*/ 0 h 48577"/>
                  <a:gd name="connsiteX3" fmla="*/ 48577 w 48577"/>
                  <a:gd name="connsiteY3" fmla="*/ 24289 h 48577"/>
                  <a:gd name="connsiteX4" fmla="*/ 48577 w 48577"/>
                  <a:gd name="connsiteY4" fmla="*/ 24289 h 48577"/>
                  <a:gd name="connsiteX5" fmla="*/ 24289 w 48577"/>
                  <a:gd name="connsiteY5" fmla="*/ 48577 h 48577"/>
                  <a:gd name="connsiteX6" fmla="*/ 24289 w 48577"/>
                  <a:gd name="connsiteY6" fmla="*/ 48577 h 48577"/>
                  <a:gd name="connsiteX7" fmla="*/ 0 w 48577"/>
                  <a:gd name="connsiteY7" fmla="*/ 24289 h 48577"/>
                  <a:gd name="connsiteX8" fmla="*/ 0 w 48577"/>
                  <a:gd name="connsiteY8" fmla="*/ 24289 h 48577"/>
                  <a:gd name="connsiteX9" fmla="*/ 2096 w 48577"/>
                  <a:gd name="connsiteY9" fmla="*/ 24289 h 48577"/>
                  <a:gd name="connsiteX10" fmla="*/ 24289 w 48577"/>
                  <a:gd name="connsiteY10" fmla="*/ 46482 h 48577"/>
                  <a:gd name="connsiteX11" fmla="*/ 24289 w 48577"/>
                  <a:gd name="connsiteY11" fmla="*/ 46482 h 48577"/>
                  <a:gd name="connsiteX12" fmla="*/ 46577 w 48577"/>
                  <a:gd name="connsiteY12" fmla="*/ 24289 h 48577"/>
                  <a:gd name="connsiteX13" fmla="*/ 46577 w 48577"/>
                  <a:gd name="connsiteY13" fmla="*/ 24289 h 48577"/>
                  <a:gd name="connsiteX14" fmla="*/ 24289 w 48577"/>
                  <a:gd name="connsiteY14" fmla="*/ 2000 h 48577"/>
                  <a:gd name="connsiteX15" fmla="*/ 24289 w 48577"/>
                  <a:gd name="connsiteY15" fmla="*/ 2000 h 48577"/>
                  <a:gd name="connsiteX16" fmla="*/ 2096 w 48577"/>
                  <a:gd name="connsiteY16" fmla="*/ 24289 h 48577"/>
                  <a:gd name="connsiteX17" fmla="*/ 2096 w 48577"/>
                  <a:gd name="connsiteY17" fmla="*/ 24289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577" h="48577">
                    <a:moveTo>
                      <a:pt x="0" y="24289"/>
                    </a:moveTo>
                    <a:cubicBezTo>
                      <a:pt x="0" y="10858"/>
                      <a:pt x="10858" y="0"/>
                      <a:pt x="24289" y="0"/>
                    </a:cubicBezTo>
                    <a:lnTo>
                      <a:pt x="24289" y="0"/>
                    </a:lnTo>
                    <a:cubicBezTo>
                      <a:pt x="37719" y="0"/>
                      <a:pt x="48577" y="10858"/>
                      <a:pt x="48577" y="24289"/>
                    </a:cubicBezTo>
                    <a:lnTo>
                      <a:pt x="48577" y="24289"/>
                    </a:lnTo>
                    <a:cubicBezTo>
                      <a:pt x="48577" y="37624"/>
                      <a:pt x="37719" y="48577"/>
                      <a:pt x="24289" y="48577"/>
                    </a:cubicBezTo>
                    <a:lnTo>
                      <a:pt x="24289" y="48577"/>
                    </a:lnTo>
                    <a:cubicBezTo>
                      <a:pt x="10858" y="48577"/>
                      <a:pt x="0" y="37624"/>
                      <a:pt x="0" y="24289"/>
                    </a:cubicBezTo>
                    <a:lnTo>
                      <a:pt x="0" y="24289"/>
                    </a:lnTo>
                    <a:close/>
                    <a:moveTo>
                      <a:pt x="2096" y="24289"/>
                    </a:moveTo>
                    <a:cubicBezTo>
                      <a:pt x="2096" y="36481"/>
                      <a:pt x="12001" y="46482"/>
                      <a:pt x="24289" y="46482"/>
                    </a:cubicBezTo>
                    <a:lnTo>
                      <a:pt x="24289" y="46482"/>
                    </a:lnTo>
                    <a:cubicBezTo>
                      <a:pt x="36576" y="46482"/>
                      <a:pt x="46482" y="36481"/>
                      <a:pt x="46577" y="24289"/>
                    </a:cubicBezTo>
                    <a:lnTo>
                      <a:pt x="46577" y="24289"/>
                    </a:lnTo>
                    <a:cubicBezTo>
                      <a:pt x="46577" y="12002"/>
                      <a:pt x="36671" y="2000"/>
                      <a:pt x="24289" y="2000"/>
                    </a:cubicBezTo>
                    <a:lnTo>
                      <a:pt x="24289" y="2000"/>
                    </a:lnTo>
                    <a:cubicBezTo>
                      <a:pt x="12001" y="2000"/>
                      <a:pt x="2096" y="12002"/>
                      <a:pt x="2096" y="24289"/>
                    </a:cubicBezTo>
                    <a:lnTo>
                      <a:pt x="2096" y="24289"/>
                    </a:lnTo>
                    <a:close/>
                  </a:path>
                </a:pathLst>
              </a:custGeom>
              <a:solidFill>
                <a:srgbClr val="1D2247"/>
              </a:solidFill>
              <a:ln w="9525"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478899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ase Study">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8811673E-65A0-CB31-8C9B-5939FA605E87}"/>
              </a:ext>
            </a:extLst>
          </p:cNvPr>
          <p:cNvSpPr>
            <a:spLocks noGrp="1"/>
          </p:cNvSpPr>
          <p:nvPr>
            <p:ph type="pic" sz="quarter" idx="10"/>
          </p:nvPr>
        </p:nvSpPr>
        <p:spPr>
          <a:xfrm>
            <a:off x="4567238" y="727115"/>
            <a:ext cx="7624762" cy="2380264"/>
          </a:xfrm>
          <a:solidFill>
            <a:schemeClr val="bg1">
              <a:lumMod val="85000"/>
            </a:schemeClr>
          </a:solidFill>
        </p:spPr>
        <p:txBody>
          <a:bodyPr/>
          <a:lstStyle>
            <a:lvl1pPr algn="ctr">
              <a:defRPr>
                <a:solidFill>
                  <a:schemeClr val="bg1">
                    <a:lumMod val="75000"/>
                  </a:schemeClr>
                </a:solidFill>
              </a:defRPr>
            </a:lvl1pPr>
          </a:lstStyle>
          <a:p>
            <a:endParaRPr lang="en-IN"/>
          </a:p>
        </p:txBody>
      </p:sp>
      <p:sp>
        <p:nvSpPr>
          <p:cNvPr id="14" name="Rectangle 13">
            <a:extLst>
              <a:ext uri="{FF2B5EF4-FFF2-40B4-BE49-F238E27FC236}">
                <a16:creationId xmlns:a16="http://schemas.microsoft.com/office/drawing/2014/main" id="{CF0D6517-3BDE-7D70-60E5-F2DE45A19C59}"/>
              </a:ext>
            </a:extLst>
          </p:cNvPr>
          <p:cNvSpPr/>
          <p:nvPr userDrawn="1"/>
        </p:nvSpPr>
        <p:spPr>
          <a:xfrm>
            <a:off x="0" y="727587"/>
            <a:ext cx="11437547" cy="2379600"/>
          </a:xfrm>
          <a:prstGeom prst="rect">
            <a:avLst/>
          </a:prstGeom>
          <a:gradFill>
            <a:gsLst>
              <a:gs pos="38000">
                <a:srgbClr val="143490"/>
              </a:gs>
              <a:gs pos="0">
                <a:srgbClr val="1E2247"/>
              </a:gs>
              <a:gs pos="100000">
                <a:srgbClr val="2746C4">
                  <a:alpha val="0"/>
                </a:srgbClr>
              </a:gs>
            </a:gsLst>
            <a:lin ang="18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279DA34-F68F-8229-CDA2-3C1B71B00562}"/>
              </a:ext>
            </a:extLst>
          </p:cNvPr>
          <p:cNvSpPr>
            <a:spLocks noGrp="1"/>
          </p:cNvSpPr>
          <p:nvPr>
            <p:ph type="title"/>
          </p:nvPr>
        </p:nvSpPr>
        <p:spPr>
          <a:xfrm>
            <a:off x="342901" y="189098"/>
            <a:ext cx="10215230" cy="469324"/>
          </a:xfrm>
        </p:spPr>
        <p:txBody>
          <a:bodyPr>
            <a:noAutofit/>
          </a:bodyPr>
          <a:lstStyle>
            <a:lvl1pPr>
              <a:defRPr sz="2800" b="0">
                <a:solidFill>
                  <a:srgbClr val="1E2247"/>
                </a:solidFill>
                <a:latin typeface="Franklin Gothic Medium Cond" panose="020B0606030402020204" pitchFamily="34" charset="0"/>
              </a:defRPr>
            </a:lvl1pPr>
          </a:lstStyle>
          <a:p>
            <a:r>
              <a:rPr lang="en-GB" dirty="0"/>
              <a:t>Click to edit Master title style</a:t>
            </a:r>
            <a:endParaRPr lang="en-US" dirty="0"/>
          </a:p>
        </p:txBody>
      </p:sp>
      <p:sp>
        <p:nvSpPr>
          <p:cNvPr id="3" name="Rectangle 2">
            <a:extLst>
              <a:ext uri="{FF2B5EF4-FFF2-40B4-BE49-F238E27FC236}">
                <a16:creationId xmlns:a16="http://schemas.microsoft.com/office/drawing/2014/main" id="{871FAA40-2684-D771-2EC8-858A1BDC8EF3}"/>
              </a:ext>
            </a:extLst>
          </p:cNvPr>
          <p:cNvSpPr/>
          <p:nvPr userDrawn="1"/>
        </p:nvSpPr>
        <p:spPr>
          <a:xfrm>
            <a:off x="-4" y="6567302"/>
            <a:ext cx="12192004" cy="290698"/>
          </a:xfrm>
          <a:prstGeom prst="rect">
            <a:avLst/>
          </a:prstGeom>
          <a:gradFill>
            <a:gsLst>
              <a:gs pos="5000">
                <a:srgbClr val="1E2247"/>
              </a:gs>
              <a:gs pos="100000">
                <a:srgbClr val="2746C4"/>
              </a:gs>
            </a:gsLst>
            <a:lin ang="198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IN" b="0" i="0" u="none" strike="noStrike" cap="none" spc="0" normalizeH="0" baseline="0">
              <a:ln>
                <a:noFill/>
              </a:ln>
              <a:solidFill>
                <a:srgbClr val="FFFFFF"/>
              </a:solidFill>
              <a:effectLst/>
              <a:uLnTx/>
              <a:uFillTx/>
              <a:latin typeface="Franklin Gothic Book" panose="020B0503020102020204"/>
            </a:endParaRPr>
          </a:p>
        </p:txBody>
      </p:sp>
      <p:sp>
        <p:nvSpPr>
          <p:cNvPr id="4" name="Rectangle 3">
            <a:extLst>
              <a:ext uri="{FF2B5EF4-FFF2-40B4-BE49-F238E27FC236}">
                <a16:creationId xmlns:a16="http://schemas.microsoft.com/office/drawing/2014/main" id="{37CFCC00-CBA8-85ED-9F3B-68DE3EAF8599}"/>
              </a:ext>
            </a:extLst>
          </p:cNvPr>
          <p:cNvSpPr/>
          <p:nvPr userDrawn="1"/>
        </p:nvSpPr>
        <p:spPr>
          <a:xfrm>
            <a:off x="11595715" y="6567302"/>
            <a:ext cx="451505" cy="290698"/>
          </a:xfrm>
          <a:prstGeom prst="rect">
            <a:avLst/>
          </a:prstGeom>
          <a:solidFill>
            <a:srgbClr val="DF601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IN"/>
          </a:p>
        </p:txBody>
      </p:sp>
      <p:sp>
        <p:nvSpPr>
          <p:cNvPr id="7" name="TextBox 6">
            <a:extLst>
              <a:ext uri="{FF2B5EF4-FFF2-40B4-BE49-F238E27FC236}">
                <a16:creationId xmlns:a16="http://schemas.microsoft.com/office/drawing/2014/main" id="{9BF4E4E2-59CB-298F-3D01-7A175FBB4D01}"/>
              </a:ext>
            </a:extLst>
          </p:cNvPr>
          <p:cNvSpPr txBox="1"/>
          <p:nvPr userDrawn="1"/>
        </p:nvSpPr>
        <p:spPr>
          <a:xfrm>
            <a:off x="5394611" y="6588800"/>
            <a:ext cx="6210203" cy="230832"/>
          </a:xfrm>
          <a:prstGeom prst="rect">
            <a:avLst/>
          </a:prstGeom>
          <a:noFill/>
          <a:ln>
            <a:noFill/>
          </a:ln>
        </p:spPr>
        <p:txBody>
          <a:bodyPr wrap="square" rtlCol="0">
            <a:spAutoFit/>
          </a:bodyPr>
          <a:lstStyle/>
          <a:p>
            <a:pPr algn="r"/>
            <a:r>
              <a:rPr lang="en-US" sz="900" b="0" i="0" kern="1200" dirty="0">
                <a:solidFill>
                  <a:schemeClr val="bg1"/>
                </a:solidFill>
                <a:effectLst/>
                <a:latin typeface="Arial" panose="020B0604020202020204" pitchFamily="34" charset="0"/>
                <a:ea typeface="+mn-ea"/>
                <a:cs typeface="Arial" panose="020B0604020202020204" pitchFamily="34" charset="0"/>
              </a:rPr>
              <a:t>Copyright © 2025 </a:t>
            </a:r>
            <a:r>
              <a:rPr lang="en-US" sz="900" b="0" i="0" kern="1200" dirty="0" err="1">
                <a:solidFill>
                  <a:schemeClr val="bg1"/>
                </a:solidFill>
                <a:effectLst/>
                <a:latin typeface="Arial" panose="020B0604020202020204" pitchFamily="34" charset="0"/>
                <a:ea typeface="+mn-ea"/>
                <a:cs typeface="Arial" panose="020B0604020202020204" pitchFamily="34" charset="0"/>
              </a:rPr>
              <a:t>Firstsource</a:t>
            </a:r>
            <a:r>
              <a:rPr lang="en-US" sz="900" b="0" i="0" kern="1200" dirty="0">
                <a:solidFill>
                  <a:schemeClr val="bg1"/>
                </a:solidFill>
                <a:effectLst/>
                <a:latin typeface="Arial" panose="020B0604020202020204" pitchFamily="34" charset="0"/>
                <a:ea typeface="+mn-ea"/>
                <a:cs typeface="Arial" panose="020B0604020202020204" pitchFamily="34" charset="0"/>
              </a:rPr>
              <a:t>. All rights reserved.</a:t>
            </a:r>
            <a:r>
              <a:rPr lang="en-GB" sz="900" b="0" i="0" kern="1200" dirty="0">
                <a:solidFill>
                  <a:schemeClr val="bg1"/>
                </a:solidFill>
                <a:effectLst/>
                <a:latin typeface="Arial" panose="020B0604020202020204" pitchFamily="34" charset="0"/>
                <a:ea typeface="+mn-ea"/>
                <a:cs typeface="Arial" panose="020B0604020202020204" pitchFamily="34" charset="0"/>
              </a:rPr>
              <a:t> </a:t>
            </a:r>
            <a:endParaRPr lang="en-GB" sz="900" dirty="0">
              <a:solidFill>
                <a:schemeClr val="bg1"/>
              </a:solidFill>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0CDE5E4-8A93-C556-8625-DEB847F794DE}"/>
              </a:ext>
            </a:extLst>
          </p:cNvPr>
          <p:cNvSpPr txBox="1"/>
          <p:nvPr userDrawn="1"/>
        </p:nvSpPr>
        <p:spPr>
          <a:xfrm>
            <a:off x="11615811" y="6578752"/>
            <a:ext cx="394401" cy="230832"/>
          </a:xfrm>
          <a:prstGeom prst="rect">
            <a:avLst/>
          </a:prstGeom>
          <a:noFill/>
          <a:ln>
            <a:noFill/>
          </a:ln>
        </p:spPr>
        <p:txBody>
          <a:bodyPr wrap="square" rtlCol="0">
            <a:spAutoFit/>
          </a:bodyPr>
          <a:lstStyle/>
          <a:p>
            <a:pPr algn="ctr"/>
            <a:fld id="{46B8A035-35AD-3549-844E-C91DB8AC43CC}" type="slidenum">
              <a:rPr lang="en-GB" sz="900" b="1" i="0" kern="1200" smtClean="0">
                <a:solidFill>
                  <a:schemeClr val="bg1"/>
                </a:solidFill>
                <a:effectLst/>
                <a:latin typeface="Arial" panose="020B0604020202020204" pitchFamily="34" charset="0"/>
                <a:ea typeface="+mn-ea"/>
                <a:cs typeface="Arial" panose="020B0604020202020204" pitchFamily="34" charset="0"/>
              </a:rPr>
              <a:pPr algn="ctr"/>
              <a:t>‹#›</a:t>
            </a:fld>
            <a:r>
              <a:rPr lang="en-GB" sz="900" b="1" i="0" kern="1200" dirty="0">
                <a:solidFill>
                  <a:srgbClr val="1E2247"/>
                </a:solidFill>
                <a:effectLst/>
                <a:latin typeface="Arial" panose="020B0604020202020204" pitchFamily="34" charset="0"/>
                <a:ea typeface="+mn-ea"/>
                <a:cs typeface="Arial" panose="020B0604020202020204" pitchFamily="34" charset="0"/>
              </a:rPr>
              <a:t> </a:t>
            </a:r>
            <a:endParaRPr lang="en-GB" sz="900" b="1" dirty="0">
              <a:solidFill>
                <a:srgbClr val="1E2247"/>
              </a:solidFill>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21C630CF-9CC4-F9B4-FA59-6054D4F50310}"/>
              </a:ext>
            </a:extLst>
          </p:cNvPr>
          <p:cNvGrpSpPr/>
          <p:nvPr userDrawn="1"/>
        </p:nvGrpSpPr>
        <p:grpSpPr>
          <a:xfrm>
            <a:off x="10957757" y="188105"/>
            <a:ext cx="990000" cy="392400"/>
            <a:chOff x="13029835" y="414587"/>
            <a:chExt cx="2122741" cy="842486"/>
          </a:xfrm>
        </p:grpSpPr>
        <p:sp>
          <p:nvSpPr>
            <p:cNvPr id="6" name="Freeform: Shape 5">
              <a:extLst>
                <a:ext uri="{FF2B5EF4-FFF2-40B4-BE49-F238E27FC236}">
                  <a16:creationId xmlns:a16="http://schemas.microsoft.com/office/drawing/2014/main" id="{732E8154-BBCC-EC23-7D56-59BFE9BB3094}"/>
                </a:ext>
              </a:extLst>
            </p:cNvPr>
            <p:cNvSpPr/>
            <p:nvPr/>
          </p:nvSpPr>
          <p:spPr>
            <a:xfrm>
              <a:off x="14058636" y="493168"/>
              <a:ext cx="874103" cy="445750"/>
            </a:xfrm>
            <a:custGeom>
              <a:avLst/>
              <a:gdLst>
                <a:gd name="connsiteX0" fmla="*/ 86386 w 874103"/>
                <a:gd name="connsiteY0" fmla="*/ 278892 h 445750"/>
                <a:gd name="connsiteX1" fmla="*/ 282982 w 874103"/>
                <a:gd name="connsiteY1" fmla="*/ 0 h 445750"/>
                <a:gd name="connsiteX2" fmla="*/ 3137 w 874103"/>
                <a:gd name="connsiteY2" fmla="*/ 316516 h 445750"/>
                <a:gd name="connsiteX3" fmla="*/ 436906 w 874103"/>
                <a:gd name="connsiteY3" fmla="*/ 439579 h 445750"/>
                <a:gd name="connsiteX4" fmla="*/ 874103 w 874103"/>
                <a:gd name="connsiteY4" fmla="*/ 281940 h 445750"/>
                <a:gd name="connsiteX5" fmla="*/ 86290 w 874103"/>
                <a:gd name="connsiteY5" fmla="*/ 278892 h 44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4103" h="445750">
                  <a:moveTo>
                    <a:pt x="86386" y="278892"/>
                  </a:moveTo>
                  <a:cubicBezTo>
                    <a:pt x="41904" y="177356"/>
                    <a:pt x="214592" y="48196"/>
                    <a:pt x="282982" y="0"/>
                  </a:cubicBezTo>
                  <a:cubicBezTo>
                    <a:pt x="180588" y="40005"/>
                    <a:pt x="-28010" y="179165"/>
                    <a:pt x="3137" y="316516"/>
                  </a:cubicBezTo>
                  <a:cubicBezTo>
                    <a:pt x="28569" y="429006"/>
                    <a:pt x="251740" y="460820"/>
                    <a:pt x="436906" y="439579"/>
                  </a:cubicBezTo>
                  <a:cubicBezTo>
                    <a:pt x="600736" y="420815"/>
                    <a:pt x="771328" y="361569"/>
                    <a:pt x="874103" y="281940"/>
                  </a:cubicBezTo>
                  <a:cubicBezTo>
                    <a:pt x="650075" y="411956"/>
                    <a:pt x="152108" y="428435"/>
                    <a:pt x="86290" y="278892"/>
                  </a:cubicBezTo>
                  <a:close/>
                </a:path>
              </a:pathLst>
            </a:custGeom>
            <a:solidFill>
              <a:srgbClr val="1D2247"/>
            </a:solidFill>
            <a:ln w="9525" cap="flat">
              <a:noFill/>
              <a:prstDash val="solid"/>
              <a:miter/>
            </a:ln>
          </p:spPr>
          <p:txBody>
            <a:bodyPr rtlCol="0" anchor="ctr"/>
            <a:lstStyle/>
            <a:p>
              <a:endParaRPr lang="en-IN"/>
            </a:p>
          </p:txBody>
        </p:sp>
        <p:sp>
          <p:nvSpPr>
            <p:cNvPr id="8" name="Freeform: Shape 7">
              <a:extLst>
                <a:ext uri="{FF2B5EF4-FFF2-40B4-BE49-F238E27FC236}">
                  <a16:creationId xmlns:a16="http://schemas.microsoft.com/office/drawing/2014/main" id="{4A8D1E24-C531-3681-9A5B-B47C28C4B4B9}"/>
                </a:ext>
              </a:extLst>
            </p:cNvPr>
            <p:cNvSpPr/>
            <p:nvPr/>
          </p:nvSpPr>
          <p:spPr>
            <a:xfrm>
              <a:off x="14157500" y="414587"/>
              <a:ext cx="926117" cy="454067"/>
            </a:xfrm>
            <a:custGeom>
              <a:avLst/>
              <a:gdLst>
                <a:gd name="connsiteX0" fmla="*/ 817817 w 926117"/>
                <a:gd name="connsiteY0" fmla="*/ 320326 h 454067"/>
                <a:gd name="connsiteX1" fmla="*/ 922592 w 926117"/>
                <a:gd name="connsiteY1" fmla="*/ 105156 h 454067"/>
                <a:gd name="connsiteX2" fmla="*/ 784193 w 926117"/>
                <a:gd name="connsiteY2" fmla="*/ 8001 h 454067"/>
                <a:gd name="connsiteX3" fmla="*/ 693230 w 926117"/>
                <a:gd name="connsiteY3" fmla="*/ 0 h 454067"/>
                <a:gd name="connsiteX4" fmla="*/ 127635 w 926117"/>
                <a:gd name="connsiteY4" fmla="*/ 243935 h 454067"/>
                <a:gd name="connsiteX5" fmla="*/ 184213 w 926117"/>
                <a:gd name="connsiteY5" fmla="*/ 327279 h 454067"/>
                <a:gd name="connsiteX6" fmla="*/ 462439 w 926117"/>
                <a:gd name="connsiteY6" fmla="*/ 253079 h 454067"/>
                <a:gd name="connsiteX7" fmla="*/ 302609 w 926117"/>
                <a:gd name="connsiteY7" fmla="*/ 175927 h 454067"/>
                <a:gd name="connsiteX8" fmla="*/ 692468 w 926117"/>
                <a:gd name="connsiteY8" fmla="*/ 24479 h 454067"/>
                <a:gd name="connsiteX9" fmla="*/ 784669 w 926117"/>
                <a:gd name="connsiteY9" fmla="*/ 186690 h 454067"/>
                <a:gd name="connsiteX10" fmla="*/ 263271 w 926117"/>
                <a:gd name="connsiteY10" fmla="*/ 412242 h 454067"/>
                <a:gd name="connsiteX11" fmla="*/ 30289 w 926117"/>
                <a:gd name="connsiteY11" fmla="*/ 290513 h 454067"/>
                <a:gd name="connsiteX12" fmla="*/ 209931 w 926117"/>
                <a:gd name="connsiteY12" fmla="*/ 78677 h 454067"/>
                <a:gd name="connsiteX13" fmla="*/ 201644 w 926117"/>
                <a:gd name="connsiteY13" fmla="*/ 79439 h 454067"/>
                <a:gd name="connsiteX14" fmla="*/ 0 w 926117"/>
                <a:gd name="connsiteY14" fmla="*/ 318707 h 454067"/>
                <a:gd name="connsiteX15" fmla="*/ 357473 w 926117"/>
                <a:gd name="connsiteY15" fmla="*/ 453295 h 454067"/>
                <a:gd name="connsiteX16" fmla="*/ 817817 w 926117"/>
                <a:gd name="connsiteY16" fmla="*/ 320421 h 45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117" h="454067">
                  <a:moveTo>
                    <a:pt x="817817" y="320326"/>
                  </a:moveTo>
                  <a:cubicBezTo>
                    <a:pt x="898969" y="247745"/>
                    <a:pt x="938689" y="167450"/>
                    <a:pt x="922592" y="105156"/>
                  </a:cubicBezTo>
                  <a:cubicBezTo>
                    <a:pt x="909733" y="54959"/>
                    <a:pt x="860584" y="20669"/>
                    <a:pt x="784193" y="8001"/>
                  </a:cubicBezTo>
                  <a:cubicBezTo>
                    <a:pt x="752761" y="2667"/>
                    <a:pt x="714089" y="0"/>
                    <a:pt x="693230" y="0"/>
                  </a:cubicBezTo>
                  <a:cubicBezTo>
                    <a:pt x="456914" y="1524"/>
                    <a:pt x="180880" y="139446"/>
                    <a:pt x="127635" y="243935"/>
                  </a:cubicBezTo>
                  <a:cubicBezTo>
                    <a:pt x="102203" y="294132"/>
                    <a:pt x="134398" y="316230"/>
                    <a:pt x="184213" y="327279"/>
                  </a:cubicBezTo>
                  <a:cubicBezTo>
                    <a:pt x="291751" y="351377"/>
                    <a:pt x="413575" y="283940"/>
                    <a:pt x="462439" y="253079"/>
                  </a:cubicBezTo>
                  <a:cubicBezTo>
                    <a:pt x="403669" y="256699"/>
                    <a:pt x="274892" y="248317"/>
                    <a:pt x="302609" y="175927"/>
                  </a:cubicBezTo>
                  <a:cubicBezTo>
                    <a:pt x="332042" y="99441"/>
                    <a:pt x="534162" y="8954"/>
                    <a:pt x="692468" y="24479"/>
                  </a:cubicBezTo>
                  <a:cubicBezTo>
                    <a:pt x="702945" y="25527"/>
                    <a:pt x="888778" y="36481"/>
                    <a:pt x="784669" y="186690"/>
                  </a:cubicBezTo>
                  <a:cubicBezTo>
                    <a:pt x="692372" y="320802"/>
                    <a:pt x="434530" y="409861"/>
                    <a:pt x="263271" y="412242"/>
                  </a:cubicBezTo>
                  <a:cubicBezTo>
                    <a:pt x="170021" y="416433"/>
                    <a:pt x="14668" y="401193"/>
                    <a:pt x="30289" y="290513"/>
                  </a:cubicBezTo>
                  <a:cubicBezTo>
                    <a:pt x="43243" y="200216"/>
                    <a:pt x="185071" y="98298"/>
                    <a:pt x="209931" y="78677"/>
                  </a:cubicBezTo>
                  <a:cubicBezTo>
                    <a:pt x="205835" y="79058"/>
                    <a:pt x="202311" y="79439"/>
                    <a:pt x="201644" y="79439"/>
                  </a:cubicBezTo>
                  <a:cubicBezTo>
                    <a:pt x="68104" y="173546"/>
                    <a:pt x="0" y="255079"/>
                    <a:pt x="0" y="318707"/>
                  </a:cubicBezTo>
                  <a:cubicBezTo>
                    <a:pt x="0" y="382334"/>
                    <a:pt x="76771" y="462820"/>
                    <a:pt x="357473" y="453295"/>
                  </a:cubicBezTo>
                  <a:cubicBezTo>
                    <a:pt x="514255" y="447961"/>
                    <a:pt x="724948" y="404146"/>
                    <a:pt x="817817" y="320421"/>
                  </a:cubicBezTo>
                  <a:close/>
                </a:path>
              </a:pathLst>
            </a:custGeom>
            <a:solidFill>
              <a:srgbClr val="DF6014"/>
            </a:solidFill>
            <a:ln w="9525" cap="flat">
              <a:noFill/>
              <a:prstDash val="solid"/>
              <a:miter/>
            </a:ln>
          </p:spPr>
          <p:txBody>
            <a:bodyPr rtlCol="0" anchor="ctr"/>
            <a:lstStyle/>
            <a:p>
              <a:endParaRPr lang="en-IN"/>
            </a:p>
          </p:txBody>
        </p:sp>
        <p:sp>
          <p:nvSpPr>
            <p:cNvPr id="9" name="Freeform: Shape 8">
              <a:extLst>
                <a:ext uri="{FF2B5EF4-FFF2-40B4-BE49-F238E27FC236}">
                  <a16:creationId xmlns:a16="http://schemas.microsoft.com/office/drawing/2014/main" id="{B4421E79-C0C2-0746-AE99-D61F533F1F3B}"/>
                </a:ext>
              </a:extLst>
            </p:cNvPr>
            <p:cNvSpPr/>
            <p:nvPr/>
          </p:nvSpPr>
          <p:spPr>
            <a:xfrm>
              <a:off x="14475355" y="449511"/>
              <a:ext cx="485364" cy="200629"/>
            </a:xfrm>
            <a:custGeom>
              <a:avLst/>
              <a:gdLst>
                <a:gd name="connsiteX0" fmla="*/ 481864 w 485364"/>
                <a:gd name="connsiteY0" fmla="*/ 97188 h 200629"/>
                <a:gd name="connsiteX1" fmla="*/ 453955 w 485364"/>
                <a:gd name="connsiteY1" fmla="*/ 27560 h 200629"/>
                <a:gd name="connsiteX2" fmla="*/ 212592 w 485364"/>
                <a:gd name="connsiteY2" fmla="*/ 16035 h 200629"/>
                <a:gd name="connsiteX3" fmla="*/ 10471 w 485364"/>
                <a:gd name="connsiteY3" fmla="*/ 125763 h 200629"/>
                <a:gd name="connsiteX4" fmla="*/ 51333 w 485364"/>
                <a:gd name="connsiteY4" fmla="*/ 200630 h 200629"/>
                <a:gd name="connsiteX5" fmla="*/ 51143 w 485364"/>
                <a:gd name="connsiteY5" fmla="*/ 200344 h 200629"/>
                <a:gd name="connsiteX6" fmla="*/ 45428 w 485364"/>
                <a:gd name="connsiteY6" fmla="*/ 187771 h 200629"/>
                <a:gd name="connsiteX7" fmla="*/ 246405 w 485364"/>
                <a:gd name="connsiteY7" fmla="*/ 61850 h 200629"/>
                <a:gd name="connsiteX8" fmla="*/ 481959 w 485364"/>
                <a:gd name="connsiteY8" fmla="*/ 97093 h 20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364" h="200629">
                  <a:moveTo>
                    <a:pt x="481864" y="97188"/>
                  </a:moveTo>
                  <a:cubicBezTo>
                    <a:pt x="489864" y="76233"/>
                    <a:pt x="485578" y="47277"/>
                    <a:pt x="453955" y="27560"/>
                  </a:cubicBezTo>
                  <a:cubicBezTo>
                    <a:pt x="444240" y="21560"/>
                    <a:pt x="372421" y="-23398"/>
                    <a:pt x="212592" y="16035"/>
                  </a:cubicBezTo>
                  <a:cubicBezTo>
                    <a:pt x="119151" y="39276"/>
                    <a:pt x="38475" y="84424"/>
                    <a:pt x="10471" y="125763"/>
                  </a:cubicBezTo>
                  <a:cubicBezTo>
                    <a:pt x="-24486" y="177674"/>
                    <a:pt x="38189" y="198915"/>
                    <a:pt x="51333" y="200630"/>
                  </a:cubicBezTo>
                  <a:lnTo>
                    <a:pt x="51143" y="200344"/>
                  </a:lnTo>
                  <a:cubicBezTo>
                    <a:pt x="48285" y="196534"/>
                    <a:pt x="46380" y="192247"/>
                    <a:pt x="45428" y="187771"/>
                  </a:cubicBezTo>
                  <a:cubicBezTo>
                    <a:pt x="36189" y="143384"/>
                    <a:pt x="126486" y="88901"/>
                    <a:pt x="246405" y="61850"/>
                  </a:cubicBezTo>
                  <a:cubicBezTo>
                    <a:pt x="322986" y="44610"/>
                    <a:pt x="463956" y="38324"/>
                    <a:pt x="481959" y="97093"/>
                  </a:cubicBezTo>
                  <a:close/>
                </a:path>
              </a:pathLst>
            </a:custGeom>
            <a:solidFill>
              <a:srgbClr val="1D2247"/>
            </a:solidFill>
            <a:ln w="9525" cap="flat">
              <a:noFill/>
              <a:prstDash val="solid"/>
              <a:miter/>
            </a:ln>
          </p:spPr>
          <p:txBody>
            <a:bodyPr rtlCol="0" anchor="ctr"/>
            <a:lstStyle/>
            <a:p>
              <a:endParaRPr lang="en-IN"/>
            </a:p>
          </p:txBody>
        </p:sp>
        <p:grpSp>
          <p:nvGrpSpPr>
            <p:cNvPr id="10" name="Graphic 48">
              <a:extLst>
                <a:ext uri="{FF2B5EF4-FFF2-40B4-BE49-F238E27FC236}">
                  <a16:creationId xmlns:a16="http://schemas.microsoft.com/office/drawing/2014/main" id="{AFAD0C4E-13B0-9A4C-1149-399C32883741}"/>
                </a:ext>
              </a:extLst>
            </p:cNvPr>
            <p:cNvGrpSpPr/>
            <p:nvPr/>
          </p:nvGrpSpPr>
          <p:grpSpPr>
            <a:xfrm>
              <a:off x="13029835" y="911220"/>
              <a:ext cx="2054351" cy="345853"/>
              <a:chOff x="13029835" y="911220"/>
              <a:chExt cx="2054351" cy="345853"/>
            </a:xfrm>
            <a:solidFill>
              <a:srgbClr val="1D2247"/>
            </a:solidFill>
          </p:grpSpPr>
          <p:sp>
            <p:nvSpPr>
              <p:cNvPr id="17" name="Freeform: Shape 16">
                <a:extLst>
                  <a:ext uri="{FF2B5EF4-FFF2-40B4-BE49-F238E27FC236}">
                    <a16:creationId xmlns:a16="http://schemas.microsoft.com/office/drawing/2014/main" id="{D5A214AF-04DB-4972-7E34-9B2F5B3CEE67}"/>
                  </a:ext>
                </a:extLst>
              </p:cNvPr>
              <p:cNvSpPr/>
              <p:nvPr/>
            </p:nvSpPr>
            <p:spPr>
              <a:xfrm>
                <a:off x="13029835" y="911220"/>
                <a:ext cx="171069" cy="340804"/>
              </a:xfrm>
              <a:custGeom>
                <a:avLst/>
                <a:gdLst>
                  <a:gd name="connsiteX0" fmla="*/ 52864 w 171069"/>
                  <a:gd name="connsiteY0" fmla="*/ 95441 h 340804"/>
                  <a:gd name="connsiteX1" fmla="*/ 20765 w 171069"/>
                  <a:gd name="connsiteY1" fmla="*/ 95441 h 340804"/>
                  <a:gd name="connsiteX2" fmla="*/ 12764 w 171069"/>
                  <a:gd name="connsiteY2" fmla="*/ 132969 h 340804"/>
                  <a:gd name="connsiteX3" fmla="*/ 44101 w 171069"/>
                  <a:gd name="connsiteY3" fmla="*/ 132969 h 340804"/>
                  <a:gd name="connsiteX4" fmla="*/ 0 w 171069"/>
                  <a:gd name="connsiteY4" fmla="*/ 340805 h 340804"/>
                  <a:gd name="connsiteX5" fmla="*/ 64294 w 171069"/>
                  <a:gd name="connsiteY5" fmla="*/ 340805 h 340804"/>
                  <a:gd name="connsiteX6" fmla="*/ 108395 w 171069"/>
                  <a:gd name="connsiteY6" fmla="*/ 132969 h 340804"/>
                  <a:gd name="connsiteX7" fmla="*/ 141256 w 171069"/>
                  <a:gd name="connsiteY7" fmla="*/ 132969 h 340804"/>
                  <a:gd name="connsiteX8" fmla="*/ 149162 w 171069"/>
                  <a:gd name="connsiteY8" fmla="*/ 95441 h 340804"/>
                  <a:gd name="connsiteX9" fmla="*/ 116776 w 171069"/>
                  <a:gd name="connsiteY9" fmla="*/ 95441 h 340804"/>
                  <a:gd name="connsiteX10" fmla="*/ 120682 w 171069"/>
                  <a:gd name="connsiteY10" fmla="*/ 76581 h 340804"/>
                  <a:gd name="connsiteX11" fmla="*/ 162782 w 171069"/>
                  <a:gd name="connsiteY11" fmla="*/ 39910 h 340804"/>
                  <a:gd name="connsiteX12" fmla="*/ 171069 w 171069"/>
                  <a:gd name="connsiteY12" fmla="*/ 762 h 340804"/>
                  <a:gd name="connsiteX13" fmla="*/ 150114 w 171069"/>
                  <a:gd name="connsiteY13" fmla="*/ 0 h 340804"/>
                  <a:gd name="connsiteX14" fmla="*/ 52959 w 171069"/>
                  <a:gd name="connsiteY14" fmla="*/ 95441 h 340804"/>
                  <a:gd name="connsiteX15" fmla="*/ 52959 w 171069"/>
                  <a:gd name="connsiteY15" fmla="*/ 95441 h 34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069" h="340804">
                    <a:moveTo>
                      <a:pt x="52864" y="95441"/>
                    </a:moveTo>
                    <a:lnTo>
                      <a:pt x="20765" y="95441"/>
                    </a:lnTo>
                    <a:cubicBezTo>
                      <a:pt x="20002" y="99155"/>
                      <a:pt x="14002" y="127540"/>
                      <a:pt x="12764" y="132969"/>
                    </a:cubicBezTo>
                    <a:lnTo>
                      <a:pt x="44101" y="132969"/>
                    </a:lnTo>
                    <a:cubicBezTo>
                      <a:pt x="44101" y="132969"/>
                      <a:pt x="1429" y="334137"/>
                      <a:pt x="0" y="340805"/>
                    </a:cubicBezTo>
                    <a:lnTo>
                      <a:pt x="64294" y="340805"/>
                    </a:lnTo>
                    <a:cubicBezTo>
                      <a:pt x="65151" y="336328"/>
                      <a:pt x="108395" y="132969"/>
                      <a:pt x="108395" y="132969"/>
                    </a:cubicBezTo>
                    <a:lnTo>
                      <a:pt x="141256" y="132969"/>
                    </a:lnTo>
                    <a:cubicBezTo>
                      <a:pt x="142018" y="129159"/>
                      <a:pt x="148018" y="101060"/>
                      <a:pt x="149162" y="95441"/>
                    </a:cubicBezTo>
                    <a:lnTo>
                      <a:pt x="116776" y="95441"/>
                    </a:lnTo>
                    <a:lnTo>
                      <a:pt x="120682" y="76581"/>
                    </a:lnTo>
                    <a:cubicBezTo>
                      <a:pt x="125920" y="51911"/>
                      <a:pt x="134493" y="38672"/>
                      <a:pt x="162782" y="39910"/>
                    </a:cubicBezTo>
                    <a:cubicBezTo>
                      <a:pt x="163639" y="36004"/>
                      <a:pt x="169926" y="6191"/>
                      <a:pt x="171069" y="762"/>
                    </a:cubicBezTo>
                    <a:cubicBezTo>
                      <a:pt x="168307" y="762"/>
                      <a:pt x="150114" y="0"/>
                      <a:pt x="150114" y="0"/>
                    </a:cubicBezTo>
                    <a:cubicBezTo>
                      <a:pt x="72009" y="0"/>
                      <a:pt x="65627" y="32004"/>
                      <a:pt x="52959" y="95441"/>
                    </a:cubicBezTo>
                    <a:lnTo>
                      <a:pt x="52959" y="95441"/>
                    </a:lnTo>
                    <a:close/>
                  </a:path>
                </a:pathLst>
              </a:custGeom>
              <a:solidFill>
                <a:srgbClr val="1D2247"/>
              </a:solidFill>
              <a:ln w="9525"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113234CC-7A6E-6C0A-44BB-03BA8171030A}"/>
                  </a:ext>
                </a:extLst>
              </p:cNvPr>
              <p:cNvSpPr/>
              <p:nvPr/>
            </p:nvSpPr>
            <p:spPr>
              <a:xfrm>
                <a:off x="13219287" y="937795"/>
                <a:ext cx="74771" cy="49339"/>
              </a:xfrm>
              <a:custGeom>
                <a:avLst/>
                <a:gdLst>
                  <a:gd name="connsiteX0" fmla="*/ 10477 w 74771"/>
                  <a:gd name="connsiteY0" fmla="*/ 0 h 49339"/>
                  <a:gd name="connsiteX1" fmla="*/ 0 w 74771"/>
                  <a:gd name="connsiteY1" fmla="*/ 49340 h 49339"/>
                  <a:gd name="connsiteX2" fmla="*/ 64294 w 74771"/>
                  <a:gd name="connsiteY2" fmla="*/ 49340 h 49339"/>
                  <a:gd name="connsiteX3" fmla="*/ 74771 w 74771"/>
                  <a:gd name="connsiteY3" fmla="*/ 0 h 49339"/>
                  <a:gd name="connsiteX4" fmla="*/ 10477 w 74771"/>
                  <a:gd name="connsiteY4" fmla="*/ 0 h 49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71" h="49339">
                    <a:moveTo>
                      <a:pt x="10477" y="0"/>
                    </a:moveTo>
                    <a:cubicBezTo>
                      <a:pt x="9715" y="3905"/>
                      <a:pt x="1238" y="43625"/>
                      <a:pt x="0" y="49340"/>
                    </a:cubicBezTo>
                    <a:lnTo>
                      <a:pt x="64294" y="49340"/>
                    </a:lnTo>
                    <a:cubicBezTo>
                      <a:pt x="65056" y="45529"/>
                      <a:pt x="73533" y="5715"/>
                      <a:pt x="74771" y="0"/>
                    </a:cubicBezTo>
                    <a:lnTo>
                      <a:pt x="10477" y="0"/>
                    </a:lnTo>
                    <a:close/>
                  </a:path>
                </a:pathLst>
              </a:custGeom>
              <a:solidFill>
                <a:srgbClr val="1D2247"/>
              </a:solidFill>
              <a:ln w="9525"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58B8C22A-D15E-0C66-60BB-D36FE12B13B3}"/>
                  </a:ext>
                </a:extLst>
              </p:cNvPr>
              <p:cNvSpPr/>
              <p:nvPr/>
            </p:nvSpPr>
            <p:spPr>
              <a:xfrm>
                <a:off x="13163090" y="1006661"/>
                <a:ext cx="116395" cy="245363"/>
              </a:xfrm>
              <a:custGeom>
                <a:avLst/>
                <a:gdLst>
                  <a:gd name="connsiteX0" fmla="*/ 52102 w 116395"/>
                  <a:gd name="connsiteY0" fmla="*/ 0 h 245363"/>
                  <a:gd name="connsiteX1" fmla="*/ 0 w 116395"/>
                  <a:gd name="connsiteY1" fmla="*/ 245364 h 245363"/>
                  <a:gd name="connsiteX2" fmla="*/ 64198 w 116395"/>
                  <a:gd name="connsiteY2" fmla="*/ 245364 h 245363"/>
                  <a:gd name="connsiteX3" fmla="*/ 116396 w 116395"/>
                  <a:gd name="connsiteY3" fmla="*/ 0 h 245363"/>
                  <a:gd name="connsiteX4" fmla="*/ 52006 w 116395"/>
                  <a:gd name="connsiteY4" fmla="*/ 0 h 24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245363">
                    <a:moveTo>
                      <a:pt x="52102" y="0"/>
                    </a:moveTo>
                    <a:cubicBezTo>
                      <a:pt x="51244" y="4477"/>
                      <a:pt x="1429" y="238696"/>
                      <a:pt x="0" y="245364"/>
                    </a:cubicBezTo>
                    <a:lnTo>
                      <a:pt x="64198" y="245364"/>
                    </a:lnTo>
                    <a:cubicBezTo>
                      <a:pt x="65151" y="241078"/>
                      <a:pt x="114871" y="6667"/>
                      <a:pt x="116396" y="0"/>
                    </a:cubicBezTo>
                    <a:lnTo>
                      <a:pt x="52006" y="0"/>
                    </a:lnTo>
                    <a:close/>
                  </a:path>
                </a:pathLst>
              </a:custGeom>
              <a:solidFill>
                <a:srgbClr val="1D2247"/>
              </a:solidFill>
              <a:ln w="9525"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86A354ED-73DB-7A1C-4638-C40046AB46A0}"/>
                  </a:ext>
                </a:extLst>
              </p:cNvPr>
              <p:cNvSpPr/>
              <p:nvPr/>
            </p:nvSpPr>
            <p:spPr>
              <a:xfrm>
                <a:off x="13443410" y="1001803"/>
                <a:ext cx="209454" cy="255174"/>
              </a:xfrm>
              <a:custGeom>
                <a:avLst/>
                <a:gdLst>
                  <a:gd name="connsiteX0" fmla="*/ 27146 w 209454"/>
                  <a:gd name="connsiteY0" fmla="*/ 68199 h 255174"/>
                  <a:gd name="connsiteX1" fmla="*/ 27146 w 209454"/>
                  <a:gd name="connsiteY1" fmla="*/ 68199 h 255174"/>
                  <a:gd name="connsiteX2" fmla="*/ 80772 w 209454"/>
                  <a:gd name="connsiteY2" fmla="*/ 139827 h 255174"/>
                  <a:gd name="connsiteX3" fmla="*/ 124682 w 209454"/>
                  <a:gd name="connsiteY3" fmla="*/ 189548 h 255174"/>
                  <a:gd name="connsiteX4" fmla="*/ 90488 w 209454"/>
                  <a:gd name="connsiteY4" fmla="*/ 217741 h 255174"/>
                  <a:gd name="connsiteX5" fmla="*/ 64960 w 209454"/>
                  <a:gd name="connsiteY5" fmla="*/ 203644 h 255174"/>
                  <a:gd name="connsiteX6" fmla="*/ 64103 w 209454"/>
                  <a:gd name="connsiteY6" fmla="*/ 195739 h 255174"/>
                  <a:gd name="connsiteX7" fmla="*/ 67151 w 209454"/>
                  <a:gd name="connsiteY7" fmla="*/ 175451 h 255174"/>
                  <a:gd name="connsiteX8" fmla="*/ 4381 w 209454"/>
                  <a:gd name="connsiteY8" fmla="*/ 175451 h 255174"/>
                  <a:gd name="connsiteX9" fmla="*/ 0 w 209454"/>
                  <a:gd name="connsiteY9" fmla="*/ 204787 h 255174"/>
                  <a:gd name="connsiteX10" fmla="*/ 8477 w 209454"/>
                  <a:gd name="connsiteY10" fmla="*/ 233744 h 255174"/>
                  <a:gd name="connsiteX11" fmla="*/ 81820 w 209454"/>
                  <a:gd name="connsiteY11" fmla="*/ 255175 h 255174"/>
                  <a:gd name="connsiteX12" fmla="*/ 189071 w 209454"/>
                  <a:gd name="connsiteY12" fmla="*/ 180975 h 255174"/>
                  <a:gd name="connsiteX13" fmla="*/ 130397 w 209454"/>
                  <a:gd name="connsiteY13" fmla="*/ 102489 h 255174"/>
                  <a:gd name="connsiteX14" fmla="*/ 91059 w 209454"/>
                  <a:gd name="connsiteY14" fmla="*/ 62675 h 255174"/>
                  <a:gd name="connsiteX15" fmla="*/ 123349 w 209454"/>
                  <a:gd name="connsiteY15" fmla="*/ 33623 h 255174"/>
                  <a:gd name="connsiteX16" fmla="*/ 142303 w 209454"/>
                  <a:gd name="connsiteY16" fmla="*/ 40100 h 255174"/>
                  <a:gd name="connsiteX17" fmla="*/ 145923 w 209454"/>
                  <a:gd name="connsiteY17" fmla="*/ 52959 h 255174"/>
                  <a:gd name="connsiteX18" fmla="*/ 143637 w 209454"/>
                  <a:gd name="connsiteY18" fmla="*/ 71342 h 255174"/>
                  <a:gd name="connsiteX19" fmla="*/ 206407 w 209454"/>
                  <a:gd name="connsiteY19" fmla="*/ 71342 h 255174"/>
                  <a:gd name="connsiteX20" fmla="*/ 209455 w 209454"/>
                  <a:gd name="connsiteY20" fmla="*/ 51244 h 255174"/>
                  <a:gd name="connsiteX21" fmla="*/ 200692 w 209454"/>
                  <a:gd name="connsiteY21" fmla="*/ 23336 h 255174"/>
                  <a:gd name="connsiteX22" fmla="*/ 138208 w 209454"/>
                  <a:gd name="connsiteY22" fmla="*/ 0 h 255174"/>
                  <a:gd name="connsiteX23" fmla="*/ 26956 w 209454"/>
                  <a:gd name="connsiteY23"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9454" h="255174">
                    <a:moveTo>
                      <a:pt x="27146" y="68199"/>
                    </a:moveTo>
                    <a:lnTo>
                      <a:pt x="27146" y="68199"/>
                    </a:lnTo>
                    <a:cubicBezTo>
                      <a:pt x="18288" y="110109"/>
                      <a:pt x="50101" y="125254"/>
                      <a:pt x="80772" y="139827"/>
                    </a:cubicBezTo>
                    <a:cubicBezTo>
                      <a:pt x="106204" y="152019"/>
                      <a:pt x="130302" y="163449"/>
                      <a:pt x="124682" y="189548"/>
                    </a:cubicBezTo>
                    <a:cubicBezTo>
                      <a:pt x="120586" y="208978"/>
                      <a:pt x="104584" y="217741"/>
                      <a:pt x="90488" y="217741"/>
                    </a:cubicBezTo>
                    <a:cubicBezTo>
                      <a:pt x="76390" y="217741"/>
                      <a:pt x="67723" y="213169"/>
                      <a:pt x="64960" y="203644"/>
                    </a:cubicBezTo>
                    <a:cubicBezTo>
                      <a:pt x="64389" y="201263"/>
                      <a:pt x="64103" y="198596"/>
                      <a:pt x="64103" y="195739"/>
                    </a:cubicBezTo>
                    <a:cubicBezTo>
                      <a:pt x="64103" y="190310"/>
                      <a:pt x="65342" y="183547"/>
                      <a:pt x="67151" y="175451"/>
                    </a:cubicBezTo>
                    <a:lnTo>
                      <a:pt x="4381" y="175451"/>
                    </a:lnTo>
                    <a:cubicBezTo>
                      <a:pt x="1619" y="186499"/>
                      <a:pt x="0" y="196310"/>
                      <a:pt x="0" y="204787"/>
                    </a:cubicBezTo>
                    <a:cubicBezTo>
                      <a:pt x="0" y="216884"/>
                      <a:pt x="2762" y="226505"/>
                      <a:pt x="8477" y="233744"/>
                    </a:cubicBezTo>
                    <a:cubicBezTo>
                      <a:pt x="19812" y="248602"/>
                      <a:pt x="42386" y="255175"/>
                      <a:pt x="81820" y="255175"/>
                    </a:cubicBezTo>
                    <a:cubicBezTo>
                      <a:pt x="136684" y="255175"/>
                      <a:pt x="179737" y="225457"/>
                      <a:pt x="189071" y="180975"/>
                    </a:cubicBezTo>
                    <a:cubicBezTo>
                      <a:pt x="198692" y="135827"/>
                      <a:pt x="162496" y="118110"/>
                      <a:pt x="130397" y="102489"/>
                    </a:cubicBezTo>
                    <a:cubicBezTo>
                      <a:pt x="107156" y="91059"/>
                      <a:pt x="87058" y="81248"/>
                      <a:pt x="91059" y="62675"/>
                    </a:cubicBezTo>
                    <a:cubicBezTo>
                      <a:pt x="94964" y="44196"/>
                      <a:pt x="106871" y="33623"/>
                      <a:pt x="123349" y="33623"/>
                    </a:cubicBezTo>
                    <a:cubicBezTo>
                      <a:pt x="130588" y="33623"/>
                      <a:pt x="137827" y="34385"/>
                      <a:pt x="142303" y="40100"/>
                    </a:cubicBezTo>
                    <a:cubicBezTo>
                      <a:pt x="144780" y="42767"/>
                      <a:pt x="145923" y="46863"/>
                      <a:pt x="145923" y="52959"/>
                    </a:cubicBezTo>
                    <a:cubicBezTo>
                      <a:pt x="145923" y="57721"/>
                      <a:pt x="144971" y="63913"/>
                      <a:pt x="143637" y="71342"/>
                    </a:cubicBezTo>
                    <a:lnTo>
                      <a:pt x="206407" y="71342"/>
                    </a:lnTo>
                    <a:cubicBezTo>
                      <a:pt x="208217" y="64198"/>
                      <a:pt x="209455" y="57531"/>
                      <a:pt x="209455" y="51244"/>
                    </a:cubicBezTo>
                    <a:cubicBezTo>
                      <a:pt x="209455" y="40386"/>
                      <a:pt x="206502" y="31052"/>
                      <a:pt x="200692" y="23336"/>
                    </a:cubicBezTo>
                    <a:cubicBezTo>
                      <a:pt x="189262" y="8192"/>
                      <a:pt x="167164" y="0"/>
                      <a:pt x="138208" y="0"/>
                    </a:cubicBezTo>
                    <a:cubicBezTo>
                      <a:pt x="115538" y="0"/>
                      <a:pt x="40576" y="4858"/>
                      <a:pt x="26956" y="68199"/>
                    </a:cubicBezTo>
                    <a:close/>
                  </a:path>
                </a:pathLst>
              </a:custGeom>
              <a:solidFill>
                <a:srgbClr val="1D2247"/>
              </a:solidFill>
              <a:ln w="9525"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460DC0BC-6139-AE9B-0648-4A09CE4F636F}"/>
                  </a:ext>
                </a:extLst>
              </p:cNvPr>
              <p:cNvSpPr/>
              <p:nvPr/>
            </p:nvSpPr>
            <p:spPr>
              <a:xfrm>
                <a:off x="13668619" y="940081"/>
                <a:ext cx="143598" cy="316991"/>
              </a:xfrm>
              <a:custGeom>
                <a:avLst/>
                <a:gdLst>
                  <a:gd name="connsiteX0" fmla="*/ 51302 w 143598"/>
                  <a:gd name="connsiteY0" fmla="*/ 28670 h 316991"/>
                  <a:gd name="connsiteX1" fmla="*/ 43301 w 143598"/>
                  <a:gd name="connsiteY1" fmla="*/ 66485 h 316991"/>
                  <a:gd name="connsiteX2" fmla="*/ 14916 w 143598"/>
                  <a:gd name="connsiteY2" fmla="*/ 66485 h 316991"/>
                  <a:gd name="connsiteX3" fmla="*/ 7106 w 143598"/>
                  <a:gd name="connsiteY3" fmla="*/ 104013 h 316991"/>
                  <a:gd name="connsiteX4" fmla="*/ 35395 w 143598"/>
                  <a:gd name="connsiteY4" fmla="*/ 104013 h 316991"/>
                  <a:gd name="connsiteX5" fmla="*/ 1105 w 143598"/>
                  <a:gd name="connsiteY5" fmla="*/ 264700 h 316991"/>
                  <a:gd name="connsiteX6" fmla="*/ 8058 w 143598"/>
                  <a:gd name="connsiteY6" fmla="*/ 300514 h 316991"/>
                  <a:gd name="connsiteX7" fmla="*/ 55016 w 143598"/>
                  <a:gd name="connsiteY7" fmla="*/ 316992 h 316991"/>
                  <a:gd name="connsiteX8" fmla="*/ 86735 w 143598"/>
                  <a:gd name="connsiteY8" fmla="*/ 315087 h 316991"/>
                  <a:gd name="connsiteX9" fmla="*/ 89402 w 143598"/>
                  <a:gd name="connsiteY9" fmla="*/ 314801 h 316991"/>
                  <a:gd name="connsiteX10" fmla="*/ 97498 w 143598"/>
                  <a:gd name="connsiteY10" fmla="*/ 277273 h 316991"/>
                  <a:gd name="connsiteX11" fmla="*/ 88354 w 143598"/>
                  <a:gd name="connsiteY11" fmla="*/ 278035 h 316991"/>
                  <a:gd name="connsiteX12" fmla="*/ 70066 w 143598"/>
                  <a:gd name="connsiteY12" fmla="*/ 271939 h 316991"/>
                  <a:gd name="connsiteX13" fmla="*/ 66923 w 143598"/>
                  <a:gd name="connsiteY13" fmla="*/ 261747 h 316991"/>
                  <a:gd name="connsiteX14" fmla="*/ 69494 w 143598"/>
                  <a:gd name="connsiteY14" fmla="*/ 244316 h 316991"/>
                  <a:gd name="connsiteX15" fmla="*/ 99403 w 143598"/>
                  <a:gd name="connsiteY15" fmla="*/ 104013 h 316991"/>
                  <a:gd name="connsiteX16" fmla="*/ 135693 w 143598"/>
                  <a:gd name="connsiteY16" fmla="*/ 104013 h 316991"/>
                  <a:gd name="connsiteX17" fmla="*/ 143599 w 143598"/>
                  <a:gd name="connsiteY17" fmla="*/ 66485 h 316991"/>
                  <a:gd name="connsiteX18" fmla="*/ 107309 w 143598"/>
                  <a:gd name="connsiteY18" fmla="*/ 66485 h 316991"/>
                  <a:gd name="connsiteX19" fmla="*/ 121501 w 143598"/>
                  <a:gd name="connsiteY19" fmla="*/ 0 h 316991"/>
                  <a:gd name="connsiteX20" fmla="*/ 51111 w 143598"/>
                  <a:gd name="connsiteY20" fmla="*/ 28670 h 31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3598" h="316991">
                    <a:moveTo>
                      <a:pt x="51302" y="28670"/>
                    </a:moveTo>
                    <a:cubicBezTo>
                      <a:pt x="50730" y="31433"/>
                      <a:pt x="43301" y="66485"/>
                      <a:pt x="43301" y="66485"/>
                    </a:cubicBezTo>
                    <a:lnTo>
                      <a:pt x="14916" y="66485"/>
                    </a:lnTo>
                    <a:cubicBezTo>
                      <a:pt x="14249" y="70295"/>
                      <a:pt x="8153" y="98584"/>
                      <a:pt x="7106" y="104013"/>
                    </a:cubicBezTo>
                    <a:lnTo>
                      <a:pt x="35395" y="104013"/>
                    </a:lnTo>
                    <a:lnTo>
                      <a:pt x="1105" y="264700"/>
                    </a:lnTo>
                    <a:cubicBezTo>
                      <a:pt x="57" y="269843"/>
                      <a:pt x="-2705" y="287179"/>
                      <a:pt x="8058" y="300514"/>
                    </a:cubicBezTo>
                    <a:cubicBezTo>
                      <a:pt x="16916" y="311372"/>
                      <a:pt x="32823" y="316992"/>
                      <a:pt x="55016" y="316992"/>
                    </a:cubicBezTo>
                    <a:lnTo>
                      <a:pt x="86735" y="315087"/>
                    </a:lnTo>
                    <a:cubicBezTo>
                      <a:pt x="86735" y="315087"/>
                      <a:pt x="88068" y="314992"/>
                      <a:pt x="89402" y="314801"/>
                    </a:cubicBezTo>
                    <a:cubicBezTo>
                      <a:pt x="90164" y="311372"/>
                      <a:pt x="96260" y="283274"/>
                      <a:pt x="97498" y="277273"/>
                    </a:cubicBezTo>
                    <a:cubicBezTo>
                      <a:pt x="93497" y="277559"/>
                      <a:pt x="88354" y="278035"/>
                      <a:pt x="88354" y="278035"/>
                    </a:cubicBezTo>
                    <a:cubicBezTo>
                      <a:pt x="79210" y="278035"/>
                      <a:pt x="73400" y="276130"/>
                      <a:pt x="70066" y="271939"/>
                    </a:cubicBezTo>
                    <a:cubicBezTo>
                      <a:pt x="67780" y="269081"/>
                      <a:pt x="66923" y="265843"/>
                      <a:pt x="66923" y="261747"/>
                    </a:cubicBezTo>
                    <a:cubicBezTo>
                      <a:pt x="66923" y="256699"/>
                      <a:pt x="68161" y="250984"/>
                      <a:pt x="69494" y="244316"/>
                    </a:cubicBezTo>
                    <a:lnTo>
                      <a:pt x="99403" y="104013"/>
                    </a:lnTo>
                    <a:lnTo>
                      <a:pt x="135693" y="104013"/>
                    </a:lnTo>
                    <a:cubicBezTo>
                      <a:pt x="136455" y="100298"/>
                      <a:pt x="142456" y="71914"/>
                      <a:pt x="143599" y="66485"/>
                    </a:cubicBezTo>
                    <a:lnTo>
                      <a:pt x="107309" y="66485"/>
                    </a:lnTo>
                    <a:cubicBezTo>
                      <a:pt x="107309" y="66485"/>
                      <a:pt x="119501" y="8954"/>
                      <a:pt x="121501" y="0"/>
                    </a:cubicBezTo>
                    <a:cubicBezTo>
                      <a:pt x="112928" y="3429"/>
                      <a:pt x="53588" y="27527"/>
                      <a:pt x="51111" y="28670"/>
                    </a:cubicBezTo>
                    <a:close/>
                  </a:path>
                </a:pathLst>
              </a:custGeom>
              <a:solidFill>
                <a:srgbClr val="1D2247"/>
              </a:solid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FCFACBE5-BFE4-62A4-8054-7541CDBCF78D}"/>
                  </a:ext>
                </a:extLst>
              </p:cNvPr>
              <p:cNvSpPr/>
              <p:nvPr/>
            </p:nvSpPr>
            <p:spPr>
              <a:xfrm>
                <a:off x="13807360" y="1001708"/>
                <a:ext cx="209645" cy="255174"/>
              </a:xfrm>
              <a:custGeom>
                <a:avLst/>
                <a:gdLst>
                  <a:gd name="connsiteX0" fmla="*/ 27242 w 209645"/>
                  <a:gd name="connsiteY0" fmla="*/ 68294 h 255174"/>
                  <a:gd name="connsiteX1" fmla="*/ 25718 w 209645"/>
                  <a:gd name="connsiteY1" fmla="*/ 81915 h 255174"/>
                  <a:gd name="connsiteX2" fmla="*/ 80772 w 209645"/>
                  <a:gd name="connsiteY2" fmla="*/ 139922 h 255174"/>
                  <a:gd name="connsiteX3" fmla="*/ 125540 w 209645"/>
                  <a:gd name="connsiteY3" fmla="*/ 182309 h 255174"/>
                  <a:gd name="connsiteX4" fmla="*/ 124587 w 209645"/>
                  <a:gd name="connsiteY4" fmla="*/ 189548 h 255174"/>
                  <a:gd name="connsiteX5" fmla="*/ 90583 w 209645"/>
                  <a:gd name="connsiteY5" fmla="*/ 217742 h 255174"/>
                  <a:gd name="connsiteX6" fmla="*/ 64961 w 209645"/>
                  <a:gd name="connsiteY6" fmla="*/ 203645 h 255174"/>
                  <a:gd name="connsiteX7" fmla="*/ 64199 w 209645"/>
                  <a:gd name="connsiteY7" fmla="*/ 195834 h 255174"/>
                  <a:gd name="connsiteX8" fmla="*/ 67151 w 209645"/>
                  <a:gd name="connsiteY8" fmla="*/ 175450 h 255174"/>
                  <a:gd name="connsiteX9" fmla="*/ 4382 w 209645"/>
                  <a:gd name="connsiteY9" fmla="*/ 175450 h 255174"/>
                  <a:gd name="connsiteX10" fmla="*/ 0 w 209645"/>
                  <a:gd name="connsiteY10" fmla="*/ 204788 h 255174"/>
                  <a:gd name="connsiteX11" fmla="*/ 8477 w 209645"/>
                  <a:gd name="connsiteY11" fmla="*/ 233744 h 255174"/>
                  <a:gd name="connsiteX12" fmla="*/ 81915 w 209645"/>
                  <a:gd name="connsiteY12" fmla="*/ 255175 h 255174"/>
                  <a:gd name="connsiteX13" fmla="*/ 189357 w 209645"/>
                  <a:gd name="connsiteY13" fmla="*/ 180975 h 255174"/>
                  <a:gd name="connsiteX14" fmla="*/ 130588 w 209645"/>
                  <a:gd name="connsiteY14" fmla="*/ 102489 h 255174"/>
                  <a:gd name="connsiteX15" fmla="*/ 91154 w 209645"/>
                  <a:gd name="connsiteY15" fmla="*/ 62675 h 255174"/>
                  <a:gd name="connsiteX16" fmla="*/ 123539 w 209645"/>
                  <a:gd name="connsiteY16" fmla="*/ 33623 h 255174"/>
                  <a:gd name="connsiteX17" fmla="*/ 142589 w 209645"/>
                  <a:gd name="connsiteY17" fmla="*/ 40100 h 255174"/>
                  <a:gd name="connsiteX18" fmla="*/ 146114 w 209645"/>
                  <a:gd name="connsiteY18" fmla="*/ 52959 h 255174"/>
                  <a:gd name="connsiteX19" fmla="*/ 143828 w 209645"/>
                  <a:gd name="connsiteY19" fmla="*/ 71342 h 255174"/>
                  <a:gd name="connsiteX20" fmla="*/ 206597 w 209645"/>
                  <a:gd name="connsiteY20" fmla="*/ 71342 h 255174"/>
                  <a:gd name="connsiteX21" fmla="*/ 209645 w 209645"/>
                  <a:gd name="connsiteY21" fmla="*/ 51245 h 255174"/>
                  <a:gd name="connsiteX22" fmla="*/ 200882 w 209645"/>
                  <a:gd name="connsiteY22" fmla="*/ 23336 h 255174"/>
                  <a:gd name="connsiteX23" fmla="*/ 138303 w 209645"/>
                  <a:gd name="connsiteY23" fmla="*/ 0 h 255174"/>
                  <a:gd name="connsiteX24" fmla="*/ 27242 w 209645"/>
                  <a:gd name="connsiteY24"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9645" h="255174">
                    <a:moveTo>
                      <a:pt x="27242" y="68294"/>
                    </a:moveTo>
                    <a:cubicBezTo>
                      <a:pt x="26194" y="73247"/>
                      <a:pt x="25718" y="77724"/>
                      <a:pt x="25718" y="81915"/>
                    </a:cubicBezTo>
                    <a:cubicBezTo>
                      <a:pt x="25718" y="113633"/>
                      <a:pt x="53626" y="127063"/>
                      <a:pt x="80772" y="139922"/>
                    </a:cubicBezTo>
                    <a:cubicBezTo>
                      <a:pt x="103727" y="150971"/>
                      <a:pt x="125540" y="161258"/>
                      <a:pt x="125540" y="182309"/>
                    </a:cubicBezTo>
                    <a:cubicBezTo>
                      <a:pt x="125540" y="184595"/>
                      <a:pt x="125254" y="187071"/>
                      <a:pt x="124587" y="189548"/>
                    </a:cubicBezTo>
                    <a:cubicBezTo>
                      <a:pt x="120587" y="208979"/>
                      <a:pt x="104585" y="217742"/>
                      <a:pt x="90583" y="217742"/>
                    </a:cubicBezTo>
                    <a:cubicBezTo>
                      <a:pt x="75819" y="217742"/>
                      <a:pt x="67723" y="213170"/>
                      <a:pt x="64961" y="203645"/>
                    </a:cubicBezTo>
                    <a:cubicBezTo>
                      <a:pt x="64389" y="201359"/>
                      <a:pt x="64199" y="198787"/>
                      <a:pt x="64199" y="195834"/>
                    </a:cubicBezTo>
                    <a:cubicBezTo>
                      <a:pt x="64199" y="190309"/>
                      <a:pt x="65151" y="183547"/>
                      <a:pt x="67151" y="175450"/>
                    </a:cubicBezTo>
                    <a:lnTo>
                      <a:pt x="4382" y="175450"/>
                    </a:lnTo>
                    <a:cubicBezTo>
                      <a:pt x="1524" y="186500"/>
                      <a:pt x="0" y="196310"/>
                      <a:pt x="0" y="204788"/>
                    </a:cubicBezTo>
                    <a:cubicBezTo>
                      <a:pt x="0" y="216884"/>
                      <a:pt x="2762" y="226504"/>
                      <a:pt x="8477" y="233744"/>
                    </a:cubicBezTo>
                    <a:cubicBezTo>
                      <a:pt x="19907" y="248603"/>
                      <a:pt x="42386" y="255175"/>
                      <a:pt x="81915" y="255175"/>
                    </a:cubicBezTo>
                    <a:cubicBezTo>
                      <a:pt x="136779" y="255175"/>
                      <a:pt x="179927" y="225457"/>
                      <a:pt x="189357" y="180975"/>
                    </a:cubicBezTo>
                    <a:cubicBezTo>
                      <a:pt x="198977" y="135826"/>
                      <a:pt x="162592" y="118110"/>
                      <a:pt x="130588" y="102489"/>
                    </a:cubicBezTo>
                    <a:cubicBezTo>
                      <a:pt x="107252" y="91059"/>
                      <a:pt x="87249" y="81248"/>
                      <a:pt x="91154" y="62675"/>
                    </a:cubicBezTo>
                    <a:cubicBezTo>
                      <a:pt x="94964" y="44196"/>
                      <a:pt x="106871" y="33623"/>
                      <a:pt x="123539" y="33623"/>
                    </a:cubicBezTo>
                    <a:cubicBezTo>
                      <a:pt x="130683" y="33623"/>
                      <a:pt x="137922" y="34385"/>
                      <a:pt x="142589" y="40100"/>
                    </a:cubicBezTo>
                    <a:cubicBezTo>
                      <a:pt x="144875" y="42767"/>
                      <a:pt x="146114" y="46863"/>
                      <a:pt x="146114" y="52959"/>
                    </a:cubicBezTo>
                    <a:cubicBezTo>
                      <a:pt x="146114" y="57722"/>
                      <a:pt x="145352" y="63913"/>
                      <a:pt x="143828" y="71342"/>
                    </a:cubicBezTo>
                    <a:lnTo>
                      <a:pt x="206597" y="71342"/>
                    </a:lnTo>
                    <a:cubicBezTo>
                      <a:pt x="208502" y="64199"/>
                      <a:pt x="209645" y="57531"/>
                      <a:pt x="209645" y="51245"/>
                    </a:cubicBezTo>
                    <a:cubicBezTo>
                      <a:pt x="209645" y="40386"/>
                      <a:pt x="206693" y="31052"/>
                      <a:pt x="200882" y="23336"/>
                    </a:cubicBezTo>
                    <a:cubicBezTo>
                      <a:pt x="189452" y="8192"/>
                      <a:pt x="167259" y="0"/>
                      <a:pt x="138303" y="0"/>
                    </a:cubicBezTo>
                    <a:cubicBezTo>
                      <a:pt x="115729" y="0"/>
                      <a:pt x="40767" y="4858"/>
                      <a:pt x="27242" y="68199"/>
                    </a:cubicBezTo>
                    <a:close/>
                  </a:path>
                </a:pathLst>
              </a:custGeom>
              <a:solidFill>
                <a:srgbClr val="1D2247"/>
              </a:solidFill>
              <a:ln w="9525"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6880FB9B-A428-3170-AE6B-9202B61F2607}"/>
                  </a:ext>
                </a:extLst>
              </p:cNvPr>
              <p:cNvSpPr/>
              <p:nvPr/>
            </p:nvSpPr>
            <p:spPr>
              <a:xfrm>
                <a:off x="14025383" y="1001803"/>
                <a:ext cx="215198" cy="255079"/>
              </a:xfrm>
              <a:custGeom>
                <a:avLst/>
                <a:gdLst>
                  <a:gd name="connsiteX0" fmla="*/ 135069 w 215198"/>
                  <a:gd name="connsiteY0" fmla="*/ 0 h 255079"/>
                  <a:gd name="connsiteX1" fmla="*/ 8386 w 215198"/>
                  <a:gd name="connsiteY1" fmla="*/ 124873 h 255079"/>
                  <a:gd name="connsiteX2" fmla="*/ 8386 w 215198"/>
                  <a:gd name="connsiteY2" fmla="*/ 124873 h 255079"/>
                  <a:gd name="connsiteX3" fmla="*/ 12768 w 215198"/>
                  <a:gd name="connsiteY3" fmla="*/ 232696 h 255079"/>
                  <a:gd name="connsiteX4" fmla="*/ 79633 w 215198"/>
                  <a:gd name="connsiteY4" fmla="*/ 255080 h 255079"/>
                  <a:gd name="connsiteX5" fmla="*/ 207649 w 215198"/>
                  <a:gd name="connsiteY5" fmla="*/ 123730 h 255079"/>
                  <a:gd name="connsiteX6" fmla="*/ 202601 w 215198"/>
                  <a:gd name="connsiteY6" fmla="*/ 22765 h 255079"/>
                  <a:gd name="connsiteX7" fmla="*/ 135069 w 215198"/>
                  <a:gd name="connsiteY7" fmla="*/ 0 h 255079"/>
                  <a:gd name="connsiteX8" fmla="*/ 69251 w 215198"/>
                  <a:gd name="connsiteY8" fmla="*/ 208883 h 255079"/>
                  <a:gd name="connsiteX9" fmla="*/ 73823 w 215198"/>
                  <a:gd name="connsiteY9" fmla="*/ 119729 h 255079"/>
                  <a:gd name="connsiteX10" fmla="*/ 73823 w 215198"/>
                  <a:gd name="connsiteY10" fmla="*/ 119729 h 255079"/>
                  <a:gd name="connsiteX11" fmla="*/ 125544 w 215198"/>
                  <a:gd name="connsiteY11" fmla="*/ 38862 h 255079"/>
                  <a:gd name="connsiteX12" fmla="*/ 146213 w 215198"/>
                  <a:gd name="connsiteY12" fmla="*/ 46768 h 255079"/>
                  <a:gd name="connsiteX13" fmla="*/ 143927 w 215198"/>
                  <a:gd name="connsiteY13" fmla="*/ 120968 h 255079"/>
                  <a:gd name="connsiteX14" fmla="*/ 89063 w 215198"/>
                  <a:gd name="connsiteY14" fmla="*/ 216122 h 255079"/>
                  <a:gd name="connsiteX15" fmla="*/ 69156 w 215198"/>
                  <a:gd name="connsiteY15" fmla="*/ 208883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5198" h="255079">
                    <a:moveTo>
                      <a:pt x="135069" y="0"/>
                    </a:moveTo>
                    <a:cubicBezTo>
                      <a:pt x="42581" y="0"/>
                      <a:pt x="22388" y="59055"/>
                      <a:pt x="8386" y="124873"/>
                    </a:cubicBezTo>
                    <a:lnTo>
                      <a:pt x="8386" y="124873"/>
                    </a:lnTo>
                    <a:cubicBezTo>
                      <a:pt x="-1901" y="173641"/>
                      <a:pt x="-5139" y="210693"/>
                      <a:pt x="12768" y="232696"/>
                    </a:cubicBezTo>
                    <a:cubicBezTo>
                      <a:pt x="24865" y="247840"/>
                      <a:pt x="46772" y="255080"/>
                      <a:pt x="79633" y="255080"/>
                    </a:cubicBezTo>
                    <a:cubicBezTo>
                      <a:pt x="163739" y="255080"/>
                      <a:pt x="189552" y="208978"/>
                      <a:pt x="207649" y="123730"/>
                    </a:cubicBezTo>
                    <a:cubicBezTo>
                      <a:pt x="215936" y="84773"/>
                      <a:pt x="221175" y="45529"/>
                      <a:pt x="202601" y="22765"/>
                    </a:cubicBezTo>
                    <a:cubicBezTo>
                      <a:pt x="190314" y="7334"/>
                      <a:pt x="168121" y="0"/>
                      <a:pt x="135069" y="0"/>
                    </a:cubicBezTo>
                    <a:close/>
                    <a:moveTo>
                      <a:pt x="69251" y="208883"/>
                    </a:moveTo>
                    <a:cubicBezTo>
                      <a:pt x="60774" y="198311"/>
                      <a:pt x="61822" y="175927"/>
                      <a:pt x="73823" y="119729"/>
                    </a:cubicBezTo>
                    <a:lnTo>
                      <a:pt x="73823" y="119729"/>
                    </a:lnTo>
                    <a:cubicBezTo>
                      <a:pt x="84491" y="69628"/>
                      <a:pt x="92587" y="38862"/>
                      <a:pt x="125544" y="38862"/>
                    </a:cubicBezTo>
                    <a:cubicBezTo>
                      <a:pt x="135164" y="38862"/>
                      <a:pt x="142022" y="41529"/>
                      <a:pt x="146213" y="46768"/>
                    </a:cubicBezTo>
                    <a:cubicBezTo>
                      <a:pt x="156119" y="58960"/>
                      <a:pt x="151547" y="85154"/>
                      <a:pt x="143927" y="120968"/>
                    </a:cubicBezTo>
                    <a:cubicBezTo>
                      <a:pt x="127449" y="198311"/>
                      <a:pt x="117257" y="216122"/>
                      <a:pt x="89063" y="216122"/>
                    </a:cubicBezTo>
                    <a:cubicBezTo>
                      <a:pt x="79348" y="216122"/>
                      <a:pt x="73156" y="213931"/>
                      <a:pt x="69156" y="208883"/>
                    </a:cubicBezTo>
                    <a:close/>
                  </a:path>
                </a:pathLst>
              </a:custGeom>
              <a:solidFill>
                <a:srgbClr val="1D2247"/>
              </a:solidFill>
              <a:ln w="9525" cap="flat">
                <a:noFill/>
                <a:prstDash val="solid"/>
                <a:miter/>
              </a:ln>
            </p:spPr>
            <p:txBody>
              <a:bodyPr rtlCol="0" anchor="ctr"/>
              <a:lstStyle/>
              <a:p>
                <a:endParaRPr lang="en-IN"/>
              </a:p>
            </p:txBody>
          </p:sp>
          <p:sp>
            <p:nvSpPr>
              <p:cNvPr id="24" name="Freeform: Shape 23">
                <a:extLst>
                  <a:ext uri="{FF2B5EF4-FFF2-40B4-BE49-F238E27FC236}">
                    <a16:creationId xmlns:a16="http://schemas.microsoft.com/office/drawing/2014/main" id="{7D3F5EF4-0DCB-C5AE-7D21-CDA30FBA6DF4}"/>
                  </a:ext>
                </a:extLst>
              </p:cNvPr>
              <p:cNvSpPr/>
              <p:nvPr/>
            </p:nvSpPr>
            <p:spPr>
              <a:xfrm>
                <a:off x="14252845" y="1006661"/>
                <a:ext cx="230600" cy="250413"/>
              </a:xfrm>
              <a:custGeom>
                <a:avLst/>
                <a:gdLst>
                  <a:gd name="connsiteX0" fmla="*/ 166307 w 230600"/>
                  <a:gd name="connsiteY0" fmla="*/ 0 h 250413"/>
                  <a:gd name="connsiteX1" fmla="*/ 129826 w 230600"/>
                  <a:gd name="connsiteY1" fmla="*/ 171831 h 250413"/>
                  <a:gd name="connsiteX2" fmla="*/ 92392 w 230600"/>
                  <a:gd name="connsiteY2" fmla="*/ 212884 h 250413"/>
                  <a:gd name="connsiteX3" fmla="*/ 73628 w 230600"/>
                  <a:gd name="connsiteY3" fmla="*/ 205645 h 250413"/>
                  <a:gd name="connsiteX4" fmla="*/ 69056 w 230600"/>
                  <a:gd name="connsiteY4" fmla="*/ 189738 h 250413"/>
                  <a:gd name="connsiteX5" fmla="*/ 71438 w 230600"/>
                  <a:gd name="connsiteY5" fmla="*/ 170593 h 250413"/>
                  <a:gd name="connsiteX6" fmla="*/ 107728 w 230600"/>
                  <a:gd name="connsiteY6" fmla="*/ 95 h 250413"/>
                  <a:gd name="connsiteX7" fmla="*/ 43529 w 230600"/>
                  <a:gd name="connsiteY7" fmla="*/ 95 h 250413"/>
                  <a:gd name="connsiteX8" fmla="*/ 1238 w 230600"/>
                  <a:gd name="connsiteY8" fmla="*/ 199263 h 250413"/>
                  <a:gd name="connsiteX9" fmla="*/ 0 w 230600"/>
                  <a:gd name="connsiteY9" fmla="*/ 210502 h 250413"/>
                  <a:gd name="connsiteX10" fmla="*/ 7906 w 230600"/>
                  <a:gd name="connsiteY10" fmla="*/ 233839 h 250413"/>
                  <a:gd name="connsiteX11" fmla="*/ 49435 w 230600"/>
                  <a:gd name="connsiteY11" fmla="*/ 250412 h 250413"/>
                  <a:gd name="connsiteX12" fmla="*/ 118777 w 230600"/>
                  <a:gd name="connsiteY12" fmla="*/ 226028 h 250413"/>
                  <a:gd name="connsiteX13" fmla="*/ 114109 w 230600"/>
                  <a:gd name="connsiteY13" fmla="*/ 245459 h 250413"/>
                  <a:gd name="connsiteX14" fmla="*/ 180784 w 230600"/>
                  <a:gd name="connsiteY14" fmla="*/ 245459 h 250413"/>
                  <a:gd name="connsiteX15" fmla="*/ 188500 w 230600"/>
                  <a:gd name="connsiteY15" fmla="*/ 198025 h 250413"/>
                  <a:gd name="connsiteX16" fmla="*/ 230600 w 230600"/>
                  <a:gd name="connsiteY16" fmla="*/ 95 h 250413"/>
                  <a:gd name="connsiteX17" fmla="*/ 166307 w 230600"/>
                  <a:gd name="connsiteY17" fmla="*/ 95 h 25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600" h="250413">
                    <a:moveTo>
                      <a:pt x="166307" y="0"/>
                    </a:moveTo>
                    <a:cubicBezTo>
                      <a:pt x="165449" y="4477"/>
                      <a:pt x="129826" y="171831"/>
                      <a:pt x="129826" y="171831"/>
                    </a:cubicBezTo>
                    <a:cubicBezTo>
                      <a:pt x="125254" y="193072"/>
                      <a:pt x="117729" y="212884"/>
                      <a:pt x="92392" y="212884"/>
                    </a:cubicBezTo>
                    <a:cubicBezTo>
                      <a:pt x="83629" y="212884"/>
                      <a:pt x="77533" y="210502"/>
                      <a:pt x="73628" y="205645"/>
                    </a:cubicBezTo>
                    <a:cubicBezTo>
                      <a:pt x="70199" y="201549"/>
                      <a:pt x="69056" y="195929"/>
                      <a:pt x="69056" y="189738"/>
                    </a:cubicBezTo>
                    <a:cubicBezTo>
                      <a:pt x="69056" y="183547"/>
                      <a:pt x="70104" y="176784"/>
                      <a:pt x="71438" y="170593"/>
                    </a:cubicBezTo>
                    <a:cubicBezTo>
                      <a:pt x="71438" y="170593"/>
                      <a:pt x="106299" y="6667"/>
                      <a:pt x="107728" y="95"/>
                    </a:cubicBezTo>
                    <a:lnTo>
                      <a:pt x="43529" y="95"/>
                    </a:lnTo>
                    <a:cubicBezTo>
                      <a:pt x="42577" y="4667"/>
                      <a:pt x="1238" y="199263"/>
                      <a:pt x="1238" y="199263"/>
                    </a:cubicBezTo>
                    <a:cubicBezTo>
                      <a:pt x="476" y="203073"/>
                      <a:pt x="0" y="206883"/>
                      <a:pt x="0" y="210502"/>
                    </a:cubicBezTo>
                    <a:cubicBezTo>
                      <a:pt x="0" y="219551"/>
                      <a:pt x="2762" y="227457"/>
                      <a:pt x="7906" y="233839"/>
                    </a:cubicBezTo>
                    <a:cubicBezTo>
                      <a:pt x="16383" y="244412"/>
                      <a:pt x="31528" y="250412"/>
                      <a:pt x="49435" y="250412"/>
                    </a:cubicBezTo>
                    <a:cubicBezTo>
                      <a:pt x="95631" y="250603"/>
                      <a:pt x="118777" y="226028"/>
                      <a:pt x="118777" y="226028"/>
                    </a:cubicBezTo>
                    <a:cubicBezTo>
                      <a:pt x="118777" y="226028"/>
                      <a:pt x="115253" y="240316"/>
                      <a:pt x="114109" y="245459"/>
                    </a:cubicBezTo>
                    <a:lnTo>
                      <a:pt x="180784" y="245459"/>
                    </a:lnTo>
                    <a:cubicBezTo>
                      <a:pt x="182975" y="227933"/>
                      <a:pt x="185452" y="212408"/>
                      <a:pt x="188500" y="198025"/>
                    </a:cubicBezTo>
                    <a:cubicBezTo>
                      <a:pt x="188500" y="198025"/>
                      <a:pt x="229076" y="6763"/>
                      <a:pt x="230600" y="95"/>
                    </a:cubicBezTo>
                    <a:lnTo>
                      <a:pt x="166307" y="95"/>
                    </a:lnTo>
                    <a:close/>
                  </a:path>
                </a:pathLst>
              </a:custGeom>
              <a:solidFill>
                <a:srgbClr val="1D2247"/>
              </a:solidFill>
              <a:ln w="9525" cap="flat">
                <a:noFill/>
                <a:prstDash val="solid"/>
                <a:miter/>
              </a:ln>
            </p:spPr>
            <p:txBody>
              <a:bodyPr rtlCol="0" anchor="ctr"/>
              <a:lstStyle/>
              <a:p>
                <a:endParaRPr lang="en-IN"/>
              </a:p>
            </p:txBody>
          </p:sp>
          <p:sp>
            <p:nvSpPr>
              <p:cNvPr id="25" name="Freeform: Shape 24">
                <a:extLst>
                  <a:ext uri="{FF2B5EF4-FFF2-40B4-BE49-F238E27FC236}">
                    <a16:creationId xmlns:a16="http://schemas.microsoft.com/office/drawing/2014/main" id="{65344285-DB75-402F-576F-6D9927783709}"/>
                  </a:ext>
                </a:extLst>
              </p:cNvPr>
              <p:cNvSpPr/>
              <p:nvPr/>
            </p:nvSpPr>
            <p:spPr>
              <a:xfrm>
                <a:off x="14485255" y="1001966"/>
                <a:ext cx="179927" cy="250058"/>
              </a:xfrm>
              <a:custGeom>
                <a:avLst/>
                <a:gdLst>
                  <a:gd name="connsiteX0" fmla="*/ 106870 w 179927"/>
                  <a:gd name="connsiteY0" fmla="*/ 33651 h 250058"/>
                  <a:gd name="connsiteX1" fmla="*/ 113062 w 179927"/>
                  <a:gd name="connsiteY1" fmla="*/ 4695 h 250058"/>
                  <a:gd name="connsiteX2" fmla="*/ 52197 w 179927"/>
                  <a:gd name="connsiteY2" fmla="*/ 4695 h 250058"/>
                  <a:gd name="connsiteX3" fmla="*/ 0 w 179927"/>
                  <a:gd name="connsiteY3" fmla="*/ 250059 h 250058"/>
                  <a:gd name="connsiteX4" fmla="*/ 64294 w 179927"/>
                  <a:gd name="connsiteY4" fmla="*/ 250059 h 250058"/>
                  <a:gd name="connsiteX5" fmla="*/ 92869 w 179927"/>
                  <a:gd name="connsiteY5" fmla="*/ 115661 h 250058"/>
                  <a:gd name="connsiteX6" fmla="*/ 168021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0" y="33651"/>
                    </a:moveTo>
                    <a:cubicBezTo>
                      <a:pt x="106870" y="33651"/>
                      <a:pt x="111919" y="10315"/>
                      <a:pt x="113062" y="4695"/>
                    </a:cubicBezTo>
                    <a:lnTo>
                      <a:pt x="52197" y="4695"/>
                    </a:lnTo>
                    <a:cubicBezTo>
                      <a:pt x="51244" y="9172"/>
                      <a:pt x="1429" y="243391"/>
                      <a:pt x="0" y="250059"/>
                    </a:cubicBezTo>
                    <a:lnTo>
                      <a:pt x="64294" y="250059"/>
                    </a:lnTo>
                    <a:cubicBezTo>
                      <a:pt x="65151" y="245773"/>
                      <a:pt x="92869" y="115661"/>
                      <a:pt x="92869" y="115661"/>
                    </a:cubicBezTo>
                    <a:cubicBezTo>
                      <a:pt x="97726" y="92230"/>
                      <a:pt x="106013" y="53653"/>
                      <a:pt x="168021" y="56606"/>
                    </a:cubicBezTo>
                    <a:cubicBezTo>
                      <a:pt x="168878" y="52510"/>
                      <a:pt x="178689" y="6600"/>
                      <a:pt x="179927" y="28"/>
                    </a:cubicBezTo>
                    <a:cubicBezTo>
                      <a:pt x="139922" y="-1115"/>
                      <a:pt x="106680" y="33651"/>
                      <a:pt x="106680" y="33651"/>
                    </a:cubicBezTo>
                    <a:close/>
                  </a:path>
                </a:pathLst>
              </a:custGeom>
              <a:solidFill>
                <a:srgbClr val="1D2247"/>
              </a:solidFill>
              <a:ln w="9525" cap="flat">
                <a:noFill/>
                <a:prstDash val="solid"/>
                <a:miter/>
              </a:ln>
            </p:spPr>
            <p:txBody>
              <a:bodyPr rtlCol="0" anchor="ctr"/>
              <a:lstStyle/>
              <a:p>
                <a:endParaRPr lang="en-IN"/>
              </a:p>
            </p:txBody>
          </p:sp>
          <p:sp>
            <p:nvSpPr>
              <p:cNvPr id="26" name="Freeform: Shape 25">
                <a:extLst>
                  <a:ext uri="{FF2B5EF4-FFF2-40B4-BE49-F238E27FC236}">
                    <a16:creationId xmlns:a16="http://schemas.microsoft.com/office/drawing/2014/main" id="{E4EE88A0-532A-3197-1417-EACC1762935C}"/>
                  </a:ext>
                </a:extLst>
              </p:cNvPr>
              <p:cNvSpPr/>
              <p:nvPr/>
            </p:nvSpPr>
            <p:spPr>
              <a:xfrm>
                <a:off x="13277771" y="1001966"/>
                <a:ext cx="179927" cy="250058"/>
              </a:xfrm>
              <a:custGeom>
                <a:avLst/>
                <a:gdLst>
                  <a:gd name="connsiteX0" fmla="*/ 106871 w 179927"/>
                  <a:gd name="connsiteY0" fmla="*/ 33651 h 250058"/>
                  <a:gd name="connsiteX1" fmla="*/ 112967 w 179927"/>
                  <a:gd name="connsiteY1" fmla="*/ 4695 h 250058"/>
                  <a:gd name="connsiteX2" fmla="*/ 52102 w 179927"/>
                  <a:gd name="connsiteY2" fmla="*/ 4695 h 250058"/>
                  <a:gd name="connsiteX3" fmla="*/ 0 w 179927"/>
                  <a:gd name="connsiteY3" fmla="*/ 250059 h 250058"/>
                  <a:gd name="connsiteX4" fmla="*/ 64198 w 179927"/>
                  <a:gd name="connsiteY4" fmla="*/ 250059 h 250058"/>
                  <a:gd name="connsiteX5" fmla="*/ 92869 w 179927"/>
                  <a:gd name="connsiteY5" fmla="*/ 115661 h 250058"/>
                  <a:gd name="connsiteX6" fmla="*/ 167926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1" y="33651"/>
                    </a:moveTo>
                    <a:cubicBezTo>
                      <a:pt x="106871" y="33651"/>
                      <a:pt x="111823" y="10315"/>
                      <a:pt x="112967" y="4695"/>
                    </a:cubicBezTo>
                    <a:lnTo>
                      <a:pt x="52102" y="4695"/>
                    </a:lnTo>
                    <a:cubicBezTo>
                      <a:pt x="51244" y="9172"/>
                      <a:pt x="1333" y="243391"/>
                      <a:pt x="0" y="250059"/>
                    </a:cubicBezTo>
                    <a:lnTo>
                      <a:pt x="64198" y="250059"/>
                    </a:lnTo>
                    <a:cubicBezTo>
                      <a:pt x="65151" y="245773"/>
                      <a:pt x="92869" y="115661"/>
                      <a:pt x="92869" y="115661"/>
                    </a:cubicBezTo>
                    <a:cubicBezTo>
                      <a:pt x="97726" y="92230"/>
                      <a:pt x="105918" y="53653"/>
                      <a:pt x="167926" y="56606"/>
                    </a:cubicBezTo>
                    <a:cubicBezTo>
                      <a:pt x="168783" y="52510"/>
                      <a:pt x="178594" y="6600"/>
                      <a:pt x="179927" y="28"/>
                    </a:cubicBezTo>
                    <a:cubicBezTo>
                      <a:pt x="139827" y="-1115"/>
                      <a:pt x="106680" y="33651"/>
                      <a:pt x="106680" y="33651"/>
                    </a:cubicBezTo>
                    <a:close/>
                  </a:path>
                </a:pathLst>
              </a:custGeom>
              <a:solidFill>
                <a:srgbClr val="1D2247"/>
              </a:solidFill>
              <a:ln w="952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16F7F79D-9770-9DF9-F4F6-D96535C6E2BD}"/>
                  </a:ext>
                </a:extLst>
              </p:cNvPr>
              <p:cNvSpPr/>
              <p:nvPr/>
            </p:nvSpPr>
            <p:spPr>
              <a:xfrm>
                <a:off x="14647224" y="1001708"/>
                <a:ext cx="216934" cy="255174"/>
              </a:xfrm>
              <a:custGeom>
                <a:avLst/>
                <a:gdLst>
                  <a:gd name="connsiteX0" fmla="*/ 8433 w 216934"/>
                  <a:gd name="connsiteY0" fmla="*/ 124968 h 255174"/>
                  <a:gd name="connsiteX1" fmla="*/ 8433 w 216934"/>
                  <a:gd name="connsiteY1" fmla="*/ 124968 h 255174"/>
                  <a:gd name="connsiteX2" fmla="*/ 12719 w 216934"/>
                  <a:gd name="connsiteY2" fmla="*/ 232791 h 255174"/>
                  <a:gd name="connsiteX3" fmla="*/ 79775 w 216934"/>
                  <a:gd name="connsiteY3" fmla="*/ 255175 h 255174"/>
                  <a:gd name="connsiteX4" fmla="*/ 199028 w 216934"/>
                  <a:gd name="connsiteY4" fmla="*/ 163449 h 255174"/>
                  <a:gd name="connsiteX5" fmla="*/ 134734 w 216934"/>
                  <a:gd name="connsiteY5" fmla="*/ 163449 h 255174"/>
                  <a:gd name="connsiteX6" fmla="*/ 89205 w 216934"/>
                  <a:gd name="connsiteY6" fmla="*/ 216217 h 255174"/>
                  <a:gd name="connsiteX7" fmla="*/ 69297 w 216934"/>
                  <a:gd name="connsiteY7" fmla="*/ 208979 h 255174"/>
                  <a:gd name="connsiteX8" fmla="*/ 73774 w 216934"/>
                  <a:gd name="connsiteY8" fmla="*/ 119825 h 255174"/>
                  <a:gd name="connsiteX9" fmla="*/ 125685 w 216934"/>
                  <a:gd name="connsiteY9" fmla="*/ 38957 h 255174"/>
                  <a:gd name="connsiteX10" fmla="*/ 146926 w 216934"/>
                  <a:gd name="connsiteY10" fmla="*/ 46863 h 255174"/>
                  <a:gd name="connsiteX11" fmla="*/ 152355 w 216934"/>
                  <a:gd name="connsiteY11" fmla="*/ 66675 h 255174"/>
                  <a:gd name="connsiteX12" fmla="*/ 149784 w 216934"/>
                  <a:gd name="connsiteY12" fmla="*/ 88773 h 255174"/>
                  <a:gd name="connsiteX13" fmla="*/ 213887 w 216934"/>
                  <a:gd name="connsiteY13" fmla="*/ 88773 h 255174"/>
                  <a:gd name="connsiteX14" fmla="*/ 216935 w 216934"/>
                  <a:gd name="connsiteY14" fmla="*/ 63151 h 255174"/>
                  <a:gd name="connsiteX15" fmla="*/ 204838 w 216934"/>
                  <a:gd name="connsiteY15" fmla="*/ 23622 h 255174"/>
                  <a:gd name="connsiteX16" fmla="*/ 135020 w 216934"/>
                  <a:gd name="connsiteY16" fmla="*/ 0 h 255174"/>
                  <a:gd name="connsiteX17" fmla="*/ 8337 w 216934"/>
                  <a:gd name="connsiteY17" fmla="*/ 124873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934" h="255174">
                    <a:moveTo>
                      <a:pt x="8433" y="124968"/>
                    </a:moveTo>
                    <a:lnTo>
                      <a:pt x="8433" y="124968"/>
                    </a:lnTo>
                    <a:cubicBezTo>
                      <a:pt x="-1854" y="173736"/>
                      <a:pt x="-5188" y="210788"/>
                      <a:pt x="12719" y="232791"/>
                    </a:cubicBezTo>
                    <a:cubicBezTo>
                      <a:pt x="24816" y="247936"/>
                      <a:pt x="46914" y="255175"/>
                      <a:pt x="79775" y="255175"/>
                    </a:cubicBezTo>
                    <a:cubicBezTo>
                      <a:pt x="145783" y="255175"/>
                      <a:pt x="184645" y="225171"/>
                      <a:pt x="199028" y="163449"/>
                    </a:cubicBezTo>
                    <a:lnTo>
                      <a:pt x="134734" y="163449"/>
                    </a:lnTo>
                    <a:cubicBezTo>
                      <a:pt x="127114" y="197358"/>
                      <a:pt x="110922" y="216217"/>
                      <a:pt x="89205" y="216217"/>
                    </a:cubicBezTo>
                    <a:cubicBezTo>
                      <a:pt x="79394" y="216217"/>
                      <a:pt x="73298" y="214027"/>
                      <a:pt x="69297" y="208979"/>
                    </a:cubicBezTo>
                    <a:cubicBezTo>
                      <a:pt x="60630" y="198406"/>
                      <a:pt x="61773" y="176022"/>
                      <a:pt x="73774" y="119825"/>
                    </a:cubicBezTo>
                    <a:cubicBezTo>
                      <a:pt x="84442" y="69723"/>
                      <a:pt x="92729" y="38957"/>
                      <a:pt x="125685" y="38957"/>
                    </a:cubicBezTo>
                    <a:cubicBezTo>
                      <a:pt x="135591" y="38957"/>
                      <a:pt x="142735" y="41624"/>
                      <a:pt x="146926" y="46863"/>
                    </a:cubicBezTo>
                    <a:cubicBezTo>
                      <a:pt x="150641" y="51435"/>
                      <a:pt x="152355" y="57722"/>
                      <a:pt x="152355" y="66675"/>
                    </a:cubicBezTo>
                    <a:cubicBezTo>
                      <a:pt x="152355" y="72676"/>
                      <a:pt x="151403" y="80105"/>
                      <a:pt x="149784" y="88773"/>
                    </a:cubicBezTo>
                    <a:lnTo>
                      <a:pt x="213887" y="88773"/>
                    </a:lnTo>
                    <a:cubicBezTo>
                      <a:pt x="215697" y="79534"/>
                      <a:pt x="216935" y="70771"/>
                      <a:pt x="216935" y="63151"/>
                    </a:cubicBezTo>
                    <a:cubicBezTo>
                      <a:pt x="216935" y="46768"/>
                      <a:pt x="212934" y="33623"/>
                      <a:pt x="204838" y="23622"/>
                    </a:cubicBezTo>
                    <a:cubicBezTo>
                      <a:pt x="192075" y="7906"/>
                      <a:pt x="168643" y="0"/>
                      <a:pt x="135020" y="0"/>
                    </a:cubicBezTo>
                    <a:cubicBezTo>
                      <a:pt x="42627" y="0"/>
                      <a:pt x="22434" y="59055"/>
                      <a:pt x="8337" y="124873"/>
                    </a:cubicBezTo>
                    <a:close/>
                  </a:path>
                </a:pathLst>
              </a:custGeom>
              <a:solidFill>
                <a:srgbClr val="1D2247"/>
              </a:solidFill>
              <a:ln w="952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FE4C796C-A3BC-0AD9-B38E-537C1243E8F0}"/>
                  </a:ext>
                </a:extLst>
              </p:cNvPr>
              <p:cNvSpPr/>
              <p:nvPr/>
            </p:nvSpPr>
            <p:spPr>
              <a:xfrm>
                <a:off x="14868655" y="1001803"/>
                <a:ext cx="215531" cy="255079"/>
              </a:xfrm>
              <a:custGeom>
                <a:avLst/>
                <a:gdLst>
                  <a:gd name="connsiteX0" fmla="*/ 215531 w 215531"/>
                  <a:gd name="connsiteY0" fmla="*/ 67913 h 255079"/>
                  <a:gd name="connsiteX1" fmla="*/ 203244 w 215531"/>
                  <a:gd name="connsiteY1" fmla="*/ 23336 h 255079"/>
                  <a:gd name="connsiteX2" fmla="*/ 135140 w 215531"/>
                  <a:gd name="connsiteY2" fmla="*/ 0 h 255079"/>
                  <a:gd name="connsiteX3" fmla="*/ 8553 w 215531"/>
                  <a:gd name="connsiteY3" fmla="*/ 124873 h 255079"/>
                  <a:gd name="connsiteX4" fmla="*/ 12744 w 215531"/>
                  <a:gd name="connsiteY4" fmla="*/ 232696 h 255079"/>
                  <a:gd name="connsiteX5" fmla="*/ 79705 w 215531"/>
                  <a:gd name="connsiteY5" fmla="*/ 255080 h 255079"/>
                  <a:gd name="connsiteX6" fmla="*/ 157143 w 215531"/>
                  <a:gd name="connsiteY6" fmla="*/ 231362 h 255079"/>
                  <a:gd name="connsiteX7" fmla="*/ 195624 w 215531"/>
                  <a:gd name="connsiteY7" fmla="*/ 171355 h 255079"/>
                  <a:gd name="connsiteX8" fmla="*/ 130568 w 215531"/>
                  <a:gd name="connsiteY8" fmla="*/ 171355 h 255079"/>
                  <a:gd name="connsiteX9" fmla="*/ 89135 w 215531"/>
                  <a:gd name="connsiteY9" fmla="*/ 216122 h 255079"/>
                  <a:gd name="connsiteX10" fmla="*/ 71037 w 215531"/>
                  <a:gd name="connsiteY10" fmla="*/ 208312 h 255079"/>
                  <a:gd name="connsiteX11" fmla="*/ 64179 w 215531"/>
                  <a:gd name="connsiteY11" fmla="*/ 182309 h 255079"/>
                  <a:gd name="connsiteX12" fmla="*/ 70370 w 215531"/>
                  <a:gd name="connsiteY12" fmla="*/ 138112 h 255079"/>
                  <a:gd name="connsiteX13" fmla="*/ 204578 w 215531"/>
                  <a:gd name="connsiteY13" fmla="*/ 138112 h 255079"/>
                  <a:gd name="connsiteX14" fmla="*/ 205149 w 215531"/>
                  <a:gd name="connsiteY14" fmla="*/ 135827 h 255079"/>
                  <a:gd name="connsiteX15" fmla="*/ 215531 w 215531"/>
                  <a:gd name="connsiteY15" fmla="*/ 67818 h 255079"/>
                  <a:gd name="connsiteX16" fmla="*/ 79038 w 215531"/>
                  <a:gd name="connsiteY16" fmla="*/ 97822 h 255079"/>
                  <a:gd name="connsiteX17" fmla="*/ 125901 w 215531"/>
                  <a:gd name="connsiteY17" fmla="*/ 37433 h 255079"/>
                  <a:gd name="connsiteX18" fmla="*/ 147618 w 215531"/>
                  <a:gd name="connsiteY18" fmla="*/ 45910 h 255079"/>
                  <a:gd name="connsiteX19" fmla="*/ 148952 w 215531"/>
                  <a:gd name="connsiteY19" fmla="*/ 97917 h 255079"/>
                  <a:gd name="connsiteX20" fmla="*/ 147999 w 215531"/>
                  <a:gd name="connsiteY20" fmla="*/ 102203 h 255079"/>
                  <a:gd name="connsiteX21" fmla="*/ 77990 w 215531"/>
                  <a:gd name="connsiteY21" fmla="*/ 102203 h 255079"/>
                  <a:gd name="connsiteX22" fmla="*/ 78943 w 215531"/>
                  <a:gd name="connsiteY22" fmla="*/ 97727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5531" h="255079">
                    <a:moveTo>
                      <a:pt x="215531" y="67913"/>
                    </a:moveTo>
                    <a:cubicBezTo>
                      <a:pt x="215531" y="50102"/>
                      <a:pt x="212197" y="34766"/>
                      <a:pt x="203244" y="23336"/>
                    </a:cubicBezTo>
                    <a:cubicBezTo>
                      <a:pt x="190862" y="7620"/>
                      <a:pt x="168573" y="0"/>
                      <a:pt x="135140" y="0"/>
                    </a:cubicBezTo>
                    <a:cubicBezTo>
                      <a:pt x="42653" y="0"/>
                      <a:pt x="22460" y="59055"/>
                      <a:pt x="8553" y="124873"/>
                    </a:cubicBezTo>
                    <a:cubicBezTo>
                      <a:pt x="-2020" y="173641"/>
                      <a:pt x="-5068" y="210693"/>
                      <a:pt x="12744" y="232696"/>
                    </a:cubicBezTo>
                    <a:cubicBezTo>
                      <a:pt x="25031" y="247840"/>
                      <a:pt x="46939" y="255080"/>
                      <a:pt x="79705" y="255080"/>
                    </a:cubicBezTo>
                    <a:cubicBezTo>
                      <a:pt x="110375" y="255080"/>
                      <a:pt x="137236" y="246888"/>
                      <a:pt x="157143" y="231362"/>
                    </a:cubicBezTo>
                    <a:cubicBezTo>
                      <a:pt x="175812" y="217170"/>
                      <a:pt x="188671" y="196882"/>
                      <a:pt x="195624" y="171355"/>
                    </a:cubicBezTo>
                    <a:lnTo>
                      <a:pt x="130568" y="171355"/>
                    </a:lnTo>
                    <a:cubicBezTo>
                      <a:pt x="123615" y="200882"/>
                      <a:pt x="109899" y="216122"/>
                      <a:pt x="89135" y="216122"/>
                    </a:cubicBezTo>
                    <a:cubicBezTo>
                      <a:pt x="81324" y="216122"/>
                      <a:pt x="75323" y="213551"/>
                      <a:pt x="71037" y="208312"/>
                    </a:cubicBezTo>
                    <a:cubicBezTo>
                      <a:pt x="66084" y="202120"/>
                      <a:pt x="64179" y="192977"/>
                      <a:pt x="64179" y="182309"/>
                    </a:cubicBezTo>
                    <a:cubicBezTo>
                      <a:pt x="64179" y="168783"/>
                      <a:pt x="67227" y="152972"/>
                      <a:pt x="70370" y="138112"/>
                    </a:cubicBezTo>
                    <a:lnTo>
                      <a:pt x="204578" y="138112"/>
                    </a:lnTo>
                    <a:lnTo>
                      <a:pt x="205149" y="135827"/>
                    </a:lnTo>
                    <a:cubicBezTo>
                      <a:pt x="210769" y="112109"/>
                      <a:pt x="215531" y="88392"/>
                      <a:pt x="215531" y="67818"/>
                    </a:cubicBezTo>
                    <a:close/>
                    <a:moveTo>
                      <a:pt x="79038" y="97822"/>
                    </a:moveTo>
                    <a:cubicBezTo>
                      <a:pt x="83610" y="76771"/>
                      <a:pt x="91802" y="37433"/>
                      <a:pt x="125901" y="37433"/>
                    </a:cubicBezTo>
                    <a:cubicBezTo>
                      <a:pt x="135712" y="37433"/>
                      <a:pt x="143046" y="40291"/>
                      <a:pt x="147618" y="45910"/>
                    </a:cubicBezTo>
                    <a:cubicBezTo>
                      <a:pt x="157429" y="58102"/>
                      <a:pt x="152762" y="80296"/>
                      <a:pt x="148952" y="97917"/>
                    </a:cubicBezTo>
                    <a:lnTo>
                      <a:pt x="147999" y="102203"/>
                    </a:lnTo>
                    <a:lnTo>
                      <a:pt x="77990" y="102203"/>
                    </a:lnTo>
                    <a:lnTo>
                      <a:pt x="78943" y="97727"/>
                    </a:lnTo>
                    <a:close/>
                  </a:path>
                </a:pathLst>
              </a:custGeom>
              <a:solidFill>
                <a:srgbClr val="1D2247"/>
              </a:solidFill>
              <a:ln w="9525" cap="flat">
                <a:noFill/>
                <a:prstDash val="solid"/>
                <a:miter/>
              </a:ln>
            </p:spPr>
            <p:txBody>
              <a:bodyPr rtlCol="0" anchor="ctr"/>
              <a:lstStyle/>
              <a:p>
                <a:endParaRPr lang="en-IN"/>
              </a:p>
            </p:txBody>
          </p:sp>
        </p:grpSp>
        <p:grpSp>
          <p:nvGrpSpPr>
            <p:cNvPr id="13" name="Graphic 48">
              <a:extLst>
                <a:ext uri="{FF2B5EF4-FFF2-40B4-BE49-F238E27FC236}">
                  <a16:creationId xmlns:a16="http://schemas.microsoft.com/office/drawing/2014/main" id="{A4307FB7-A722-24B6-4E27-EBA27166D9F5}"/>
                </a:ext>
              </a:extLst>
            </p:cNvPr>
            <p:cNvGrpSpPr/>
            <p:nvPr/>
          </p:nvGrpSpPr>
          <p:grpSpPr>
            <a:xfrm>
              <a:off x="15103999" y="1010566"/>
              <a:ext cx="48577" cy="48577"/>
              <a:chOff x="15103999" y="1010566"/>
              <a:chExt cx="48577" cy="48577"/>
            </a:xfrm>
            <a:solidFill>
              <a:srgbClr val="1D2247"/>
            </a:solidFill>
          </p:grpSpPr>
          <p:sp>
            <p:nvSpPr>
              <p:cNvPr id="15" name="Freeform: Shape 14">
                <a:extLst>
                  <a:ext uri="{FF2B5EF4-FFF2-40B4-BE49-F238E27FC236}">
                    <a16:creationId xmlns:a16="http://schemas.microsoft.com/office/drawing/2014/main" id="{13D200B3-6224-B959-E84D-1F497C11EFD3}"/>
                  </a:ext>
                </a:extLst>
              </p:cNvPr>
              <p:cNvSpPr/>
              <p:nvPr/>
            </p:nvSpPr>
            <p:spPr>
              <a:xfrm>
                <a:off x="15121430" y="1021996"/>
                <a:ext cx="17621" cy="25145"/>
              </a:xfrm>
              <a:custGeom>
                <a:avLst/>
                <a:gdLst>
                  <a:gd name="connsiteX0" fmla="*/ 13716 w 17621"/>
                  <a:gd name="connsiteY0" fmla="*/ 25051 h 25145"/>
                  <a:gd name="connsiteX1" fmla="*/ 7048 w 17621"/>
                  <a:gd name="connsiteY1" fmla="*/ 14383 h 25145"/>
                  <a:gd name="connsiteX2" fmla="*/ 3334 w 17621"/>
                  <a:gd name="connsiteY2" fmla="*/ 14288 h 25145"/>
                  <a:gd name="connsiteX3" fmla="*/ 3334 w 17621"/>
                  <a:gd name="connsiteY3" fmla="*/ 25146 h 25145"/>
                  <a:gd name="connsiteX4" fmla="*/ 0 w 17621"/>
                  <a:gd name="connsiteY4" fmla="*/ 25146 h 25145"/>
                  <a:gd name="connsiteX5" fmla="*/ 0 w 17621"/>
                  <a:gd name="connsiteY5" fmla="*/ 190 h 25145"/>
                  <a:gd name="connsiteX6" fmla="*/ 2667 w 17621"/>
                  <a:gd name="connsiteY6" fmla="*/ 0 h 25145"/>
                  <a:gd name="connsiteX7" fmla="*/ 6191 w 17621"/>
                  <a:gd name="connsiteY7" fmla="*/ 0 h 25145"/>
                  <a:gd name="connsiteX8" fmla="*/ 15240 w 17621"/>
                  <a:gd name="connsiteY8" fmla="*/ 7144 h 25145"/>
                  <a:gd name="connsiteX9" fmla="*/ 13811 w 17621"/>
                  <a:gd name="connsiteY9" fmla="*/ 11335 h 25145"/>
                  <a:gd name="connsiteX10" fmla="*/ 10382 w 17621"/>
                  <a:gd name="connsiteY10" fmla="*/ 13621 h 25145"/>
                  <a:gd name="connsiteX11" fmla="*/ 17621 w 17621"/>
                  <a:gd name="connsiteY11" fmla="*/ 25051 h 25145"/>
                  <a:gd name="connsiteX12" fmla="*/ 13716 w 17621"/>
                  <a:gd name="connsiteY12" fmla="*/ 25051 h 25145"/>
                  <a:gd name="connsiteX13" fmla="*/ 3429 w 17621"/>
                  <a:gd name="connsiteY13" fmla="*/ 3143 h 25145"/>
                  <a:gd name="connsiteX14" fmla="*/ 3429 w 17621"/>
                  <a:gd name="connsiteY14" fmla="*/ 11240 h 25145"/>
                  <a:gd name="connsiteX15" fmla="*/ 5810 w 17621"/>
                  <a:gd name="connsiteY15" fmla="*/ 11430 h 25145"/>
                  <a:gd name="connsiteX16" fmla="*/ 10382 w 17621"/>
                  <a:gd name="connsiteY16" fmla="*/ 10477 h 25145"/>
                  <a:gd name="connsiteX17" fmla="*/ 11716 w 17621"/>
                  <a:gd name="connsiteY17" fmla="*/ 6953 h 25145"/>
                  <a:gd name="connsiteX18" fmla="*/ 10287 w 17621"/>
                  <a:gd name="connsiteY18" fmla="*/ 3905 h 25145"/>
                  <a:gd name="connsiteX19" fmla="*/ 5524 w 17621"/>
                  <a:gd name="connsiteY19" fmla="*/ 3048 h 25145"/>
                  <a:gd name="connsiteX20" fmla="*/ 3429 w 17621"/>
                  <a:gd name="connsiteY20" fmla="*/ 3238 h 25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21" h="25145">
                    <a:moveTo>
                      <a:pt x="13716" y="25051"/>
                    </a:moveTo>
                    <a:lnTo>
                      <a:pt x="7048" y="14383"/>
                    </a:lnTo>
                    <a:cubicBezTo>
                      <a:pt x="6287" y="14383"/>
                      <a:pt x="5048" y="14383"/>
                      <a:pt x="3334" y="14288"/>
                    </a:cubicBezTo>
                    <a:lnTo>
                      <a:pt x="3334" y="25146"/>
                    </a:lnTo>
                    <a:lnTo>
                      <a:pt x="0" y="25146"/>
                    </a:lnTo>
                    <a:lnTo>
                      <a:pt x="0" y="190"/>
                    </a:lnTo>
                    <a:cubicBezTo>
                      <a:pt x="0" y="190"/>
                      <a:pt x="1048" y="190"/>
                      <a:pt x="2667" y="0"/>
                    </a:cubicBezTo>
                    <a:cubicBezTo>
                      <a:pt x="4286" y="0"/>
                      <a:pt x="5524" y="0"/>
                      <a:pt x="6191" y="0"/>
                    </a:cubicBezTo>
                    <a:cubicBezTo>
                      <a:pt x="12287" y="0"/>
                      <a:pt x="15240" y="2381"/>
                      <a:pt x="15240" y="7144"/>
                    </a:cubicBezTo>
                    <a:cubicBezTo>
                      <a:pt x="15240" y="8668"/>
                      <a:pt x="14764" y="10096"/>
                      <a:pt x="13811" y="11335"/>
                    </a:cubicBezTo>
                    <a:cubicBezTo>
                      <a:pt x="12859" y="12573"/>
                      <a:pt x="11621" y="13335"/>
                      <a:pt x="10382" y="13621"/>
                    </a:cubicBezTo>
                    <a:lnTo>
                      <a:pt x="17621" y="25051"/>
                    </a:lnTo>
                    <a:lnTo>
                      <a:pt x="13716" y="25051"/>
                    </a:lnTo>
                    <a:close/>
                    <a:moveTo>
                      <a:pt x="3429" y="3143"/>
                    </a:moveTo>
                    <a:lnTo>
                      <a:pt x="3429" y="11240"/>
                    </a:lnTo>
                    <a:cubicBezTo>
                      <a:pt x="4286" y="11335"/>
                      <a:pt x="5144" y="11430"/>
                      <a:pt x="5810" y="11430"/>
                    </a:cubicBezTo>
                    <a:cubicBezTo>
                      <a:pt x="7906" y="11430"/>
                      <a:pt x="9335" y="11049"/>
                      <a:pt x="10382" y="10477"/>
                    </a:cubicBezTo>
                    <a:cubicBezTo>
                      <a:pt x="11239" y="9811"/>
                      <a:pt x="11716" y="8668"/>
                      <a:pt x="11716" y="6953"/>
                    </a:cubicBezTo>
                    <a:cubicBezTo>
                      <a:pt x="11716" y="5524"/>
                      <a:pt x="11239" y="4572"/>
                      <a:pt x="10287" y="3905"/>
                    </a:cubicBezTo>
                    <a:cubicBezTo>
                      <a:pt x="9335" y="3238"/>
                      <a:pt x="7715" y="3048"/>
                      <a:pt x="5524" y="3048"/>
                    </a:cubicBezTo>
                    <a:cubicBezTo>
                      <a:pt x="5144" y="3048"/>
                      <a:pt x="4477" y="3048"/>
                      <a:pt x="3429" y="3238"/>
                    </a:cubicBezTo>
                    <a:close/>
                  </a:path>
                </a:pathLst>
              </a:custGeom>
              <a:solidFill>
                <a:srgbClr val="1D2247"/>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3E9CCCA7-62EA-D66B-671C-28B84CC26C27}"/>
                  </a:ext>
                </a:extLst>
              </p:cNvPr>
              <p:cNvSpPr/>
              <p:nvPr/>
            </p:nvSpPr>
            <p:spPr>
              <a:xfrm>
                <a:off x="15103999" y="1010566"/>
                <a:ext cx="48577" cy="48577"/>
              </a:xfrm>
              <a:custGeom>
                <a:avLst/>
                <a:gdLst>
                  <a:gd name="connsiteX0" fmla="*/ 0 w 48577"/>
                  <a:gd name="connsiteY0" fmla="*/ 24289 h 48577"/>
                  <a:gd name="connsiteX1" fmla="*/ 24289 w 48577"/>
                  <a:gd name="connsiteY1" fmla="*/ 0 h 48577"/>
                  <a:gd name="connsiteX2" fmla="*/ 24289 w 48577"/>
                  <a:gd name="connsiteY2" fmla="*/ 0 h 48577"/>
                  <a:gd name="connsiteX3" fmla="*/ 48577 w 48577"/>
                  <a:gd name="connsiteY3" fmla="*/ 24289 h 48577"/>
                  <a:gd name="connsiteX4" fmla="*/ 48577 w 48577"/>
                  <a:gd name="connsiteY4" fmla="*/ 24289 h 48577"/>
                  <a:gd name="connsiteX5" fmla="*/ 24289 w 48577"/>
                  <a:gd name="connsiteY5" fmla="*/ 48577 h 48577"/>
                  <a:gd name="connsiteX6" fmla="*/ 24289 w 48577"/>
                  <a:gd name="connsiteY6" fmla="*/ 48577 h 48577"/>
                  <a:gd name="connsiteX7" fmla="*/ 0 w 48577"/>
                  <a:gd name="connsiteY7" fmla="*/ 24289 h 48577"/>
                  <a:gd name="connsiteX8" fmla="*/ 0 w 48577"/>
                  <a:gd name="connsiteY8" fmla="*/ 24289 h 48577"/>
                  <a:gd name="connsiteX9" fmla="*/ 2096 w 48577"/>
                  <a:gd name="connsiteY9" fmla="*/ 24289 h 48577"/>
                  <a:gd name="connsiteX10" fmla="*/ 24289 w 48577"/>
                  <a:gd name="connsiteY10" fmla="*/ 46482 h 48577"/>
                  <a:gd name="connsiteX11" fmla="*/ 24289 w 48577"/>
                  <a:gd name="connsiteY11" fmla="*/ 46482 h 48577"/>
                  <a:gd name="connsiteX12" fmla="*/ 46577 w 48577"/>
                  <a:gd name="connsiteY12" fmla="*/ 24289 h 48577"/>
                  <a:gd name="connsiteX13" fmla="*/ 46577 w 48577"/>
                  <a:gd name="connsiteY13" fmla="*/ 24289 h 48577"/>
                  <a:gd name="connsiteX14" fmla="*/ 24289 w 48577"/>
                  <a:gd name="connsiteY14" fmla="*/ 2000 h 48577"/>
                  <a:gd name="connsiteX15" fmla="*/ 24289 w 48577"/>
                  <a:gd name="connsiteY15" fmla="*/ 2000 h 48577"/>
                  <a:gd name="connsiteX16" fmla="*/ 2096 w 48577"/>
                  <a:gd name="connsiteY16" fmla="*/ 24289 h 48577"/>
                  <a:gd name="connsiteX17" fmla="*/ 2096 w 48577"/>
                  <a:gd name="connsiteY17" fmla="*/ 24289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577" h="48577">
                    <a:moveTo>
                      <a:pt x="0" y="24289"/>
                    </a:moveTo>
                    <a:cubicBezTo>
                      <a:pt x="0" y="10858"/>
                      <a:pt x="10858" y="0"/>
                      <a:pt x="24289" y="0"/>
                    </a:cubicBezTo>
                    <a:lnTo>
                      <a:pt x="24289" y="0"/>
                    </a:lnTo>
                    <a:cubicBezTo>
                      <a:pt x="37719" y="0"/>
                      <a:pt x="48577" y="10858"/>
                      <a:pt x="48577" y="24289"/>
                    </a:cubicBezTo>
                    <a:lnTo>
                      <a:pt x="48577" y="24289"/>
                    </a:lnTo>
                    <a:cubicBezTo>
                      <a:pt x="48577" y="37624"/>
                      <a:pt x="37719" y="48577"/>
                      <a:pt x="24289" y="48577"/>
                    </a:cubicBezTo>
                    <a:lnTo>
                      <a:pt x="24289" y="48577"/>
                    </a:lnTo>
                    <a:cubicBezTo>
                      <a:pt x="10858" y="48577"/>
                      <a:pt x="0" y="37624"/>
                      <a:pt x="0" y="24289"/>
                    </a:cubicBezTo>
                    <a:lnTo>
                      <a:pt x="0" y="24289"/>
                    </a:lnTo>
                    <a:close/>
                    <a:moveTo>
                      <a:pt x="2096" y="24289"/>
                    </a:moveTo>
                    <a:cubicBezTo>
                      <a:pt x="2096" y="36481"/>
                      <a:pt x="12001" y="46482"/>
                      <a:pt x="24289" y="46482"/>
                    </a:cubicBezTo>
                    <a:lnTo>
                      <a:pt x="24289" y="46482"/>
                    </a:lnTo>
                    <a:cubicBezTo>
                      <a:pt x="36576" y="46482"/>
                      <a:pt x="46482" y="36481"/>
                      <a:pt x="46577" y="24289"/>
                    </a:cubicBezTo>
                    <a:lnTo>
                      <a:pt x="46577" y="24289"/>
                    </a:lnTo>
                    <a:cubicBezTo>
                      <a:pt x="46577" y="12002"/>
                      <a:pt x="36671" y="2000"/>
                      <a:pt x="24289" y="2000"/>
                    </a:cubicBezTo>
                    <a:lnTo>
                      <a:pt x="24289" y="2000"/>
                    </a:lnTo>
                    <a:cubicBezTo>
                      <a:pt x="12001" y="2000"/>
                      <a:pt x="2096" y="12002"/>
                      <a:pt x="2096" y="24289"/>
                    </a:cubicBezTo>
                    <a:lnTo>
                      <a:pt x="2096" y="24289"/>
                    </a:lnTo>
                    <a:close/>
                  </a:path>
                </a:pathLst>
              </a:custGeom>
              <a:solidFill>
                <a:srgbClr val="1D2247"/>
              </a:solidFill>
              <a:ln w="9525"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6758982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pic>
        <p:nvPicPr>
          <p:cNvPr id="3" name="Picture 2" descr="A person standing on a train&#10;&#10;Description automatically generated">
            <a:extLst>
              <a:ext uri="{FF2B5EF4-FFF2-40B4-BE49-F238E27FC236}">
                <a16:creationId xmlns:a16="http://schemas.microsoft.com/office/drawing/2014/main" id="{23B6DA47-F41F-2338-99A7-6D7DBEA56B5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flipH="1">
            <a:off x="2483415" y="0"/>
            <a:ext cx="9708585" cy="6858000"/>
          </a:xfrm>
          <a:prstGeom prst="rect">
            <a:avLst/>
          </a:prstGeom>
        </p:spPr>
      </p:pic>
      <p:sp>
        <p:nvSpPr>
          <p:cNvPr id="46" name="Rectangle 45">
            <a:extLst>
              <a:ext uri="{FF2B5EF4-FFF2-40B4-BE49-F238E27FC236}">
                <a16:creationId xmlns:a16="http://schemas.microsoft.com/office/drawing/2014/main" id="{78C3DF7F-E084-D811-55D9-02DA26EDE8DC}"/>
              </a:ext>
            </a:extLst>
          </p:cNvPr>
          <p:cNvSpPr/>
          <p:nvPr userDrawn="1"/>
        </p:nvSpPr>
        <p:spPr>
          <a:xfrm>
            <a:off x="0" y="0"/>
            <a:ext cx="11798021" cy="6858000"/>
          </a:xfrm>
          <a:prstGeom prst="rect">
            <a:avLst/>
          </a:prstGeom>
          <a:gradFill>
            <a:gsLst>
              <a:gs pos="46000">
                <a:srgbClr val="143490"/>
              </a:gs>
              <a:gs pos="0">
                <a:srgbClr val="1E2247"/>
              </a:gs>
              <a:gs pos="91000">
                <a:srgbClr val="2746C4">
                  <a:alpha val="0"/>
                </a:srgbClr>
              </a:gs>
            </a:gsLst>
            <a:lin ang="2154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itle 1">
            <a:extLst>
              <a:ext uri="{FF2B5EF4-FFF2-40B4-BE49-F238E27FC236}">
                <a16:creationId xmlns:a16="http://schemas.microsoft.com/office/drawing/2014/main" id="{9F46EB61-B88C-3533-A38F-EC0496A521AF}"/>
              </a:ext>
            </a:extLst>
          </p:cNvPr>
          <p:cNvSpPr>
            <a:spLocks noGrp="1"/>
          </p:cNvSpPr>
          <p:nvPr>
            <p:ph type="title" hasCustomPrompt="1"/>
          </p:nvPr>
        </p:nvSpPr>
        <p:spPr>
          <a:xfrm>
            <a:off x="368068" y="290698"/>
            <a:ext cx="8527277" cy="469324"/>
          </a:xfrm>
        </p:spPr>
        <p:txBody>
          <a:bodyPr>
            <a:noAutofit/>
          </a:bodyPr>
          <a:lstStyle>
            <a:lvl1pPr>
              <a:defRPr sz="3500" b="0">
                <a:solidFill>
                  <a:srgbClr val="6CB1DB"/>
                </a:solidFill>
                <a:latin typeface="Franklin Gothic Medium Cond" panose="020B0606030402020204" pitchFamily="34" charset="0"/>
              </a:defRPr>
            </a:lvl1pPr>
          </a:lstStyle>
          <a:p>
            <a:r>
              <a:rPr lang="en-GB" dirty="0"/>
              <a:t>Click to edit master title style</a:t>
            </a:r>
            <a:endParaRPr lang="en-US" dirty="0"/>
          </a:p>
        </p:txBody>
      </p:sp>
      <p:sp>
        <p:nvSpPr>
          <p:cNvPr id="2" name="Rectangle: Top Corners Rounded 1">
            <a:extLst>
              <a:ext uri="{FF2B5EF4-FFF2-40B4-BE49-F238E27FC236}">
                <a16:creationId xmlns:a16="http://schemas.microsoft.com/office/drawing/2014/main" id="{7A1A8882-A64B-8FC3-8772-FE7A4D6188FA}"/>
              </a:ext>
            </a:extLst>
          </p:cNvPr>
          <p:cNvSpPr/>
          <p:nvPr userDrawn="1"/>
        </p:nvSpPr>
        <p:spPr>
          <a:xfrm rot="5400000">
            <a:off x="-88970" y="319251"/>
            <a:ext cx="571918" cy="393980"/>
          </a:xfrm>
          <a:prstGeom prst="round2SameRect">
            <a:avLst/>
          </a:prstGeom>
          <a:solidFill>
            <a:srgbClr val="6CB1DB"/>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 name="Group 3">
            <a:extLst>
              <a:ext uri="{FF2B5EF4-FFF2-40B4-BE49-F238E27FC236}">
                <a16:creationId xmlns:a16="http://schemas.microsoft.com/office/drawing/2014/main" id="{C7CC6FF6-02A4-084C-345C-ABE72FC97100}"/>
              </a:ext>
            </a:extLst>
          </p:cNvPr>
          <p:cNvGrpSpPr/>
          <p:nvPr userDrawn="1"/>
        </p:nvGrpSpPr>
        <p:grpSpPr>
          <a:xfrm>
            <a:off x="10957757" y="188105"/>
            <a:ext cx="990000" cy="392400"/>
            <a:chOff x="13029835" y="414587"/>
            <a:chExt cx="2122741" cy="842486"/>
          </a:xfrm>
        </p:grpSpPr>
        <p:sp>
          <p:nvSpPr>
            <p:cNvPr id="5" name="Freeform: Shape 4">
              <a:extLst>
                <a:ext uri="{FF2B5EF4-FFF2-40B4-BE49-F238E27FC236}">
                  <a16:creationId xmlns:a16="http://schemas.microsoft.com/office/drawing/2014/main" id="{83D38E87-A91A-193A-E356-B870F649BA9E}"/>
                </a:ext>
              </a:extLst>
            </p:cNvPr>
            <p:cNvSpPr/>
            <p:nvPr/>
          </p:nvSpPr>
          <p:spPr>
            <a:xfrm>
              <a:off x="14058636" y="493168"/>
              <a:ext cx="874103" cy="445750"/>
            </a:xfrm>
            <a:custGeom>
              <a:avLst/>
              <a:gdLst>
                <a:gd name="connsiteX0" fmla="*/ 86386 w 874103"/>
                <a:gd name="connsiteY0" fmla="*/ 278892 h 445750"/>
                <a:gd name="connsiteX1" fmla="*/ 282982 w 874103"/>
                <a:gd name="connsiteY1" fmla="*/ 0 h 445750"/>
                <a:gd name="connsiteX2" fmla="*/ 3137 w 874103"/>
                <a:gd name="connsiteY2" fmla="*/ 316516 h 445750"/>
                <a:gd name="connsiteX3" fmla="*/ 436906 w 874103"/>
                <a:gd name="connsiteY3" fmla="*/ 439579 h 445750"/>
                <a:gd name="connsiteX4" fmla="*/ 874103 w 874103"/>
                <a:gd name="connsiteY4" fmla="*/ 281940 h 445750"/>
                <a:gd name="connsiteX5" fmla="*/ 86290 w 874103"/>
                <a:gd name="connsiteY5" fmla="*/ 278892 h 44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4103" h="445750">
                  <a:moveTo>
                    <a:pt x="86386" y="278892"/>
                  </a:moveTo>
                  <a:cubicBezTo>
                    <a:pt x="41904" y="177356"/>
                    <a:pt x="214592" y="48196"/>
                    <a:pt x="282982" y="0"/>
                  </a:cubicBezTo>
                  <a:cubicBezTo>
                    <a:pt x="180588" y="40005"/>
                    <a:pt x="-28010" y="179165"/>
                    <a:pt x="3137" y="316516"/>
                  </a:cubicBezTo>
                  <a:cubicBezTo>
                    <a:pt x="28569" y="429006"/>
                    <a:pt x="251740" y="460820"/>
                    <a:pt x="436906" y="439579"/>
                  </a:cubicBezTo>
                  <a:cubicBezTo>
                    <a:pt x="600736" y="420815"/>
                    <a:pt x="771328" y="361569"/>
                    <a:pt x="874103" y="281940"/>
                  </a:cubicBezTo>
                  <a:cubicBezTo>
                    <a:pt x="650075" y="411956"/>
                    <a:pt x="152108" y="428435"/>
                    <a:pt x="86290" y="278892"/>
                  </a:cubicBezTo>
                  <a:close/>
                </a:path>
              </a:pathLst>
            </a:custGeom>
            <a:solidFill>
              <a:srgbClr val="1D2247"/>
            </a:solidFill>
            <a:ln w="9525" cap="flat">
              <a:noFill/>
              <a:prstDash val="solid"/>
              <a:miter/>
            </a:ln>
          </p:spPr>
          <p:txBody>
            <a:bodyPr rtlCol="0" anchor="ctr"/>
            <a:lstStyle/>
            <a:p>
              <a:endParaRPr lang="en-IN"/>
            </a:p>
          </p:txBody>
        </p:sp>
        <p:sp>
          <p:nvSpPr>
            <p:cNvPr id="6" name="Freeform: Shape 5">
              <a:extLst>
                <a:ext uri="{FF2B5EF4-FFF2-40B4-BE49-F238E27FC236}">
                  <a16:creationId xmlns:a16="http://schemas.microsoft.com/office/drawing/2014/main" id="{854611E9-6210-29AE-1ED8-29819B531E5B}"/>
                </a:ext>
              </a:extLst>
            </p:cNvPr>
            <p:cNvSpPr/>
            <p:nvPr/>
          </p:nvSpPr>
          <p:spPr>
            <a:xfrm>
              <a:off x="14157500" y="414587"/>
              <a:ext cx="926117" cy="454067"/>
            </a:xfrm>
            <a:custGeom>
              <a:avLst/>
              <a:gdLst>
                <a:gd name="connsiteX0" fmla="*/ 817817 w 926117"/>
                <a:gd name="connsiteY0" fmla="*/ 320326 h 454067"/>
                <a:gd name="connsiteX1" fmla="*/ 922592 w 926117"/>
                <a:gd name="connsiteY1" fmla="*/ 105156 h 454067"/>
                <a:gd name="connsiteX2" fmla="*/ 784193 w 926117"/>
                <a:gd name="connsiteY2" fmla="*/ 8001 h 454067"/>
                <a:gd name="connsiteX3" fmla="*/ 693230 w 926117"/>
                <a:gd name="connsiteY3" fmla="*/ 0 h 454067"/>
                <a:gd name="connsiteX4" fmla="*/ 127635 w 926117"/>
                <a:gd name="connsiteY4" fmla="*/ 243935 h 454067"/>
                <a:gd name="connsiteX5" fmla="*/ 184213 w 926117"/>
                <a:gd name="connsiteY5" fmla="*/ 327279 h 454067"/>
                <a:gd name="connsiteX6" fmla="*/ 462439 w 926117"/>
                <a:gd name="connsiteY6" fmla="*/ 253079 h 454067"/>
                <a:gd name="connsiteX7" fmla="*/ 302609 w 926117"/>
                <a:gd name="connsiteY7" fmla="*/ 175927 h 454067"/>
                <a:gd name="connsiteX8" fmla="*/ 692468 w 926117"/>
                <a:gd name="connsiteY8" fmla="*/ 24479 h 454067"/>
                <a:gd name="connsiteX9" fmla="*/ 784669 w 926117"/>
                <a:gd name="connsiteY9" fmla="*/ 186690 h 454067"/>
                <a:gd name="connsiteX10" fmla="*/ 263271 w 926117"/>
                <a:gd name="connsiteY10" fmla="*/ 412242 h 454067"/>
                <a:gd name="connsiteX11" fmla="*/ 30289 w 926117"/>
                <a:gd name="connsiteY11" fmla="*/ 290513 h 454067"/>
                <a:gd name="connsiteX12" fmla="*/ 209931 w 926117"/>
                <a:gd name="connsiteY12" fmla="*/ 78677 h 454067"/>
                <a:gd name="connsiteX13" fmla="*/ 201644 w 926117"/>
                <a:gd name="connsiteY13" fmla="*/ 79439 h 454067"/>
                <a:gd name="connsiteX14" fmla="*/ 0 w 926117"/>
                <a:gd name="connsiteY14" fmla="*/ 318707 h 454067"/>
                <a:gd name="connsiteX15" fmla="*/ 357473 w 926117"/>
                <a:gd name="connsiteY15" fmla="*/ 453295 h 454067"/>
                <a:gd name="connsiteX16" fmla="*/ 817817 w 926117"/>
                <a:gd name="connsiteY16" fmla="*/ 320421 h 45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117" h="454067">
                  <a:moveTo>
                    <a:pt x="817817" y="320326"/>
                  </a:moveTo>
                  <a:cubicBezTo>
                    <a:pt x="898969" y="247745"/>
                    <a:pt x="938689" y="167450"/>
                    <a:pt x="922592" y="105156"/>
                  </a:cubicBezTo>
                  <a:cubicBezTo>
                    <a:pt x="909733" y="54959"/>
                    <a:pt x="860584" y="20669"/>
                    <a:pt x="784193" y="8001"/>
                  </a:cubicBezTo>
                  <a:cubicBezTo>
                    <a:pt x="752761" y="2667"/>
                    <a:pt x="714089" y="0"/>
                    <a:pt x="693230" y="0"/>
                  </a:cubicBezTo>
                  <a:cubicBezTo>
                    <a:pt x="456914" y="1524"/>
                    <a:pt x="180880" y="139446"/>
                    <a:pt x="127635" y="243935"/>
                  </a:cubicBezTo>
                  <a:cubicBezTo>
                    <a:pt x="102203" y="294132"/>
                    <a:pt x="134398" y="316230"/>
                    <a:pt x="184213" y="327279"/>
                  </a:cubicBezTo>
                  <a:cubicBezTo>
                    <a:pt x="291751" y="351377"/>
                    <a:pt x="413575" y="283940"/>
                    <a:pt x="462439" y="253079"/>
                  </a:cubicBezTo>
                  <a:cubicBezTo>
                    <a:pt x="403669" y="256699"/>
                    <a:pt x="274892" y="248317"/>
                    <a:pt x="302609" y="175927"/>
                  </a:cubicBezTo>
                  <a:cubicBezTo>
                    <a:pt x="332042" y="99441"/>
                    <a:pt x="534162" y="8954"/>
                    <a:pt x="692468" y="24479"/>
                  </a:cubicBezTo>
                  <a:cubicBezTo>
                    <a:pt x="702945" y="25527"/>
                    <a:pt x="888778" y="36481"/>
                    <a:pt x="784669" y="186690"/>
                  </a:cubicBezTo>
                  <a:cubicBezTo>
                    <a:pt x="692372" y="320802"/>
                    <a:pt x="434530" y="409861"/>
                    <a:pt x="263271" y="412242"/>
                  </a:cubicBezTo>
                  <a:cubicBezTo>
                    <a:pt x="170021" y="416433"/>
                    <a:pt x="14668" y="401193"/>
                    <a:pt x="30289" y="290513"/>
                  </a:cubicBezTo>
                  <a:cubicBezTo>
                    <a:pt x="43243" y="200216"/>
                    <a:pt x="185071" y="98298"/>
                    <a:pt x="209931" y="78677"/>
                  </a:cubicBezTo>
                  <a:cubicBezTo>
                    <a:pt x="205835" y="79058"/>
                    <a:pt x="202311" y="79439"/>
                    <a:pt x="201644" y="79439"/>
                  </a:cubicBezTo>
                  <a:cubicBezTo>
                    <a:pt x="68104" y="173546"/>
                    <a:pt x="0" y="255079"/>
                    <a:pt x="0" y="318707"/>
                  </a:cubicBezTo>
                  <a:cubicBezTo>
                    <a:pt x="0" y="382334"/>
                    <a:pt x="76771" y="462820"/>
                    <a:pt x="357473" y="453295"/>
                  </a:cubicBezTo>
                  <a:cubicBezTo>
                    <a:pt x="514255" y="447961"/>
                    <a:pt x="724948" y="404146"/>
                    <a:pt x="817817" y="320421"/>
                  </a:cubicBezTo>
                  <a:close/>
                </a:path>
              </a:pathLst>
            </a:custGeom>
            <a:solidFill>
              <a:srgbClr val="DF6014"/>
            </a:solidFill>
            <a:ln w="9525" cap="flat">
              <a:noFill/>
              <a:prstDash val="solid"/>
              <a:miter/>
            </a:ln>
          </p:spPr>
          <p:txBody>
            <a:bodyPr rtlCol="0" anchor="ctr"/>
            <a:lstStyle/>
            <a:p>
              <a:endParaRPr lang="en-IN"/>
            </a:p>
          </p:txBody>
        </p:sp>
        <p:sp>
          <p:nvSpPr>
            <p:cNvPr id="7" name="Freeform: Shape 6">
              <a:extLst>
                <a:ext uri="{FF2B5EF4-FFF2-40B4-BE49-F238E27FC236}">
                  <a16:creationId xmlns:a16="http://schemas.microsoft.com/office/drawing/2014/main" id="{DC37C223-E3E4-84EB-085D-7D7D703FBEEE}"/>
                </a:ext>
              </a:extLst>
            </p:cNvPr>
            <p:cNvSpPr/>
            <p:nvPr/>
          </p:nvSpPr>
          <p:spPr>
            <a:xfrm>
              <a:off x="14475355" y="449511"/>
              <a:ext cx="485364" cy="200629"/>
            </a:xfrm>
            <a:custGeom>
              <a:avLst/>
              <a:gdLst>
                <a:gd name="connsiteX0" fmla="*/ 481864 w 485364"/>
                <a:gd name="connsiteY0" fmla="*/ 97188 h 200629"/>
                <a:gd name="connsiteX1" fmla="*/ 453955 w 485364"/>
                <a:gd name="connsiteY1" fmla="*/ 27560 h 200629"/>
                <a:gd name="connsiteX2" fmla="*/ 212592 w 485364"/>
                <a:gd name="connsiteY2" fmla="*/ 16035 h 200629"/>
                <a:gd name="connsiteX3" fmla="*/ 10471 w 485364"/>
                <a:gd name="connsiteY3" fmla="*/ 125763 h 200629"/>
                <a:gd name="connsiteX4" fmla="*/ 51333 w 485364"/>
                <a:gd name="connsiteY4" fmla="*/ 200630 h 200629"/>
                <a:gd name="connsiteX5" fmla="*/ 51143 w 485364"/>
                <a:gd name="connsiteY5" fmla="*/ 200344 h 200629"/>
                <a:gd name="connsiteX6" fmla="*/ 45428 w 485364"/>
                <a:gd name="connsiteY6" fmla="*/ 187771 h 200629"/>
                <a:gd name="connsiteX7" fmla="*/ 246405 w 485364"/>
                <a:gd name="connsiteY7" fmla="*/ 61850 h 200629"/>
                <a:gd name="connsiteX8" fmla="*/ 481959 w 485364"/>
                <a:gd name="connsiteY8" fmla="*/ 97093 h 20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364" h="200629">
                  <a:moveTo>
                    <a:pt x="481864" y="97188"/>
                  </a:moveTo>
                  <a:cubicBezTo>
                    <a:pt x="489864" y="76233"/>
                    <a:pt x="485578" y="47277"/>
                    <a:pt x="453955" y="27560"/>
                  </a:cubicBezTo>
                  <a:cubicBezTo>
                    <a:pt x="444240" y="21560"/>
                    <a:pt x="372421" y="-23398"/>
                    <a:pt x="212592" y="16035"/>
                  </a:cubicBezTo>
                  <a:cubicBezTo>
                    <a:pt x="119151" y="39276"/>
                    <a:pt x="38475" y="84424"/>
                    <a:pt x="10471" y="125763"/>
                  </a:cubicBezTo>
                  <a:cubicBezTo>
                    <a:pt x="-24486" y="177674"/>
                    <a:pt x="38189" y="198915"/>
                    <a:pt x="51333" y="200630"/>
                  </a:cubicBezTo>
                  <a:lnTo>
                    <a:pt x="51143" y="200344"/>
                  </a:lnTo>
                  <a:cubicBezTo>
                    <a:pt x="48285" y="196534"/>
                    <a:pt x="46380" y="192247"/>
                    <a:pt x="45428" y="187771"/>
                  </a:cubicBezTo>
                  <a:cubicBezTo>
                    <a:pt x="36189" y="143384"/>
                    <a:pt x="126486" y="88901"/>
                    <a:pt x="246405" y="61850"/>
                  </a:cubicBezTo>
                  <a:cubicBezTo>
                    <a:pt x="322986" y="44610"/>
                    <a:pt x="463956" y="38324"/>
                    <a:pt x="481959" y="97093"/>
                  </a:cubicBezTo>
                  <a:close/>
                </a:path>
              </a:pathLst>
            </a:custGeom>
            <a:solidFill>
              <a:srgbClr val="1D2247"/>
            </a:solidFill>
            <a:ln w="9525" cap="flat">
              <a:noFill/>
              <a:prstDash val="solid"/>
              <a:miter/>
            </a:ln>
          </p:spPr>
          <p:txBody>
            <a:bodyPr rtlCol="0" anchor="ctr"/>
            <a:lstStyle/>
            <a:p>
              <a:endParaRPr lang="en-IN"/>
            </a:p>
          </p:txBody>
        </p:sp>
        <p:grpSp>
          <p:nvGrpSpPr>
            <p:cNvPr id="8" name="Graphic 48">
              <a:extLst>
                <a:ext uri="{FF2B5EF4-FFF2-40B4-BE49-F238E27FC236}">
                  <a16:creationId xmlns:a16="http://schemas.microsoft.com/office/drawing/2014/main" id="{452F96AC-64E6-0D38-3FF0-9CCD384533C5}"/>
                </a:ext>
              </a:extLst>
            </p:cNvPr>
            <p:cNvGrpSpPr/>
            <p:nvPr/>
          </p:nvGrpSpPr>
          <p:grpSpPr>
            <a:xfrm>
              <a:off x="13029835" y="911220"/>
              <a:ext cx="2054351" cy="345853"/>
              <a:chOff x="13029835" y="911220"/>
              <a:chExt cx="2054351" cy="345853"/>
            </a:xfrm>
            <a:solidFill>
              <a:srgbClr val="1D2247"/>
            </a:solidFill>
          </p:grpSpPr>
          <p:sp>
            <p:nvSpPr>
              <p:cNvPr id="12" name="Freeform: Shape 11">
                <a:extLst>
                  <a:ext uri="{FF2B5EF4-FFF2-40B4-BE49-F238E27FC236}">
                    <a16:creationId xmlns:a16="http://schemas.microsoft.com/office/drawing/2014/main" id="{1BC4CD25-01C5-55C0-86D0-416A0AE04627}"/>
                  </a:ext>
                </a:extLst>
              </p:cNvPr>
              <p:cNvSpPr/>
              <p:nvPr/>
            </p:nvSpPr>
            <p:spPr>
              <a:xfrm>
                <a:off x="13029835" y="911220"/>
                <a:ext cx="171069" cy="340804"/>
              </a:xfrm>
              <a:custGeom>
                <a:avLst/>
                <a:gdLst>
                  <a:gd name="connsiteX0" fmla="*/ 52864 w 171069"/>
                  <a:gd name="connsiteY0" fmla="*/ 95441 h 340804"/>
                  <a:gd name="connsiteX1" fmla="*/ 20765 w 171069"/>
                  <a:gd name="connsiteY1" fmla="*/ 95441 h 340804"/>
                  <a:gd name="connsiteX2" fmla="*/ 12764 w 171069"/>
                  <a:gd name="connsiteY2" fmla="*/ 132969 h 340804"/>
                  <a:gd name="connsiteX3" fmla="*/ 44101 w 171069"/>
                  <a:gd name="connsiteY3" fmla="*/ 132969 h 340804"/>
                  <a:gd name="connsiteX4" fmla="*/ 0 w 171069"/>
                  <a:gd name="connsiteY4" fmla="*/ 340805 h 340804"/>
                  <a:gd name="connsiteX5" fmla="*/ 64294 w 171069"/>
                  <a:gd name="connsiteY5" fmla="*/ 340805 h 340804"/>
                  <a:gd name="connsiteX6" fmla="*/ 108395 w 171069"/>
                  <a:gd name="connsiteY6" fmla="*/ 132969 h 340804"/>
                  <a:gd name="connsiteX7" fmla="*/ 141256 w 171069"/>
                  <a:gd name="connsiteY7" fmla="*/ 132969 h 340804"/>
                  <a:gd name="connsiteX8" fmla="*/ 149162 w 171069"/>
                  <a:gd name="connsiteY8" fmla="*/ 95441 h 340804"/>
                  <a:gd name="connsiteX9" fmla="*/ 116776 w 171069"/>
                  <a:gd name="connsiteY9" fmla="*/ 95441 h 340804"/>
                  <a:gd name="connsiteX10" fmla="*/ 120682 w 171069"/>
                  <a:gd name="connsiteY10" fmla="*/ 76581 h 340804"/>
                  <a:gd name="connsiteX11" fmla="*/ 162782 w 171069"/>
                  <a:gd name="connsiteY11" fmla="*/ 39910 h 340804"/>
                  <a:gd name="connsiteX12" fmla="*/ 171069 w 171069"/>
                  <a:gd name="connsiteY12" fmla="*/ 762 h 340804"/>
                  <a:gd name="connsiteX13" fmla="*/ 150114 w 171069"/>
                  <a:gd name="connsiteY13" fmla="*/ 0 h 340804"/>
                  <a:gd name="connsiteX14" fmla="*/ 52959 w 171069"/>
                  <a:gd name="connsiteY14" fmla="*/ 95441 h 340804"/>
                  <a:gd name="connsiteX15" fmla="*/ 52959 w 171069"/>
                  <a:gd name="connsiteY15" fmla="*/ 95441 h 34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069" h="340804">
                    <a:moveTo>
                      <a:pt x="52864" y="95441"/>
                    </a:moveTo>
                    <a:lnTo>
                      <a:pt x="20765" y="95441"/>
                    </a:lnTo>
                    <a:cubicBezTo>
                      <a:pt x="20002" y="99155"/>
                      <a:pt x="14002" y="127540"/>
                      <a:pt x="12764" y="132969"/>
                    </a:cubicBezTo>
                    <a:lnTo>
                      <a:pt x="44101" y="132969"/>
                    </a:lnTo>
                    <a:cubicBezTo>
                      <a:pt x="44101" y="132969"/>
                      <a:pt x="1429" y="334137"/>
                      <a:pt x="0" y="340805"/>
                    </a:cubicBezTo>
                    <a:lnTo>
                      <a:pt x="64294" y="340805"/>
                    </a:lnTo>
                    <a:cubicBezTo>
                      <a:pt x="65151" y="336328"/>
                      <a:pt x="108395" y="132969"/>
                      <a:pt x="108395" y="132969"/>
                    </a:cubicBezTo>
                    <a:lnTo>
                      <a:pt x="141256" y="132969"/>
                    </a:lnTo>
                    <a:cubicBezTo>
                      <a:pt x="142018" y="129159"/>
                      <a:pt x="148018" y="101060"/>
                      <a:pt x="149162" y="95441"/>
                    </a:cubicBezTo>
                    <a:lnTo>
                      <a:pt x="116776" y="95441"/>
                    </a:lnTo>
                    <a:lnTo>
                      <a:pt x="120682" y="76581"/>
                    </a:lnTo>
                    <a:cubicBezTo>
                      <a:pt x="125920" y="51911"/>
                      <a:pt x="134493" y="38672"/>
                      <a:pt x="162782" y="39910"/>
                    </a:cubicBezTo>
                    <a:cubicBezTo>
                      <a:pt x="163639" y="36004"/>
                      <a:pt x="169926" y="6191"/>
                      <a:pt x="171069" y="762"/>
                    </a:cubicBezTo>
                    <a:cubicBezTo>
                      <a:pt x="168307" y="762"/>
                      <a:pt x="150114" y="0"/>
                      <a:pt x="150114" y="0"/>
                    </a:cubicBezTo>
                    <a:cubicBezTo>
                      <a:pt x="72009" y="0"/>
                      <a:pt x="65627" y="32004"/>
                      <a:pt x="52959" y="95441"/>
                    </a:cubicBezTo>
                    <a:lnTo>
                      <a:pt x="52959" y="95441"/>
                    </a:lnTo>
                    <a:close/>
                  </a:path>
                </a:pathLst>
              </a:custGeom>
              <a:solidFill>
                <a:srgbClr val="1D2247"/>
              </a:solidFill>
              <a:ln w="9525" cap="flat">
                <a:noFill/>
                <a:prstDash val="solid"/>
                <a:miter/>
              </a:ln>
            </p:spPr>
            <p:txBody>
              <a:bodyPr rtlCol="0" anchor="ctr"/>
              <a:lstStyle/>
              <a:p>
                <a:endParaRPr lang="en-IN"/>
              </a:p>
            </p:txBody>
          </p:sp>
          <p:sp>
            <p:nvSpPr>
              <p:cNvPr id="13" name="Freeform: Shape 12">
                <a:extLst>
                  <a:ext uri="{FF2B5EF4-FFF2-40B4-BE49-F238E27FC236}">
                    <a16:creationId xmlns:a16="http://schemas.microsoft.com/office/drawing/2014/main" id="{90763018-25B9-8317-9D30-D24EB33D731D}"/>
                  </a:ext>
                </a:extLst>
              </p:cNvPr>
              <p:cNvSpPr/>
              <p:nvPr/>
            </p:nvSpPr>
            <p:spPr>
              <a:xfrm>
                <a:off x="13219287" y="937795"/>
                <a:ext cx="74771" cy="49339"/>
              </a:xfrm>
              <a:custGeom>
                <a:avLst/>
                <a:gdLst>
                  <a:gd name="connsiteX0" fmla="*/ 10477 w 74771"/>
                  <a:gd name="connsiteY0" fmla="*/ 0 h 49339"/>
                  <a:gd name="connsiteX1" fmla="*/ 0 w 74771"/>
                  <a:gd name="connsiteY1" fmla="*/ 49340 h 49339"/>
                  <a:gd name="connsiteX2" fmla="*/ 64294 w 74771"/>
                  <a:gd name="connsiteY2" fmla="*/ 49340 h 49339"/>
                  <a:gd name="connsiteX3" fmla="*/ 74771 w 74771"/>
                  <a:gd name="connsiteY3" fmla="*/ 0 h 49339"/>
                  <a:gd name="connsiteX4" fmla="*/ 10477 w 74771"/>
                  <a:gd name="connsiteY4" fmla="*/ 0 h 49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71" h="49339">
                    <a:moveTo>
                      <a:pt x="10477" y="0"/>
                    </a:moveTo>
                    <a:cubicBezTo>
                      <a:pt x="9715" y="3905"/>
                      <a:pt x="1238" y="43625"/>
                      <a:pt x="0" y="49340"/>
                    </a:cubicBezTo>
                    <a:lnTo>
                      <a:pt x="64294" y="49340"/>
                    </a:lnTo>
                    <a:cubicBezTo>
                      <a:pt x="65056" y="45529"/>
                      <a:pt x="73533" y="5715"/>
                      <a:pt x="74771" y="0"/>
                    </a:cubicBezTo>
                    <a:lnTo>
                      <a:pt x="10477" y="0"/>
                    </a:lnTo>
                    <a:close/>
                  </a:path>
                </a:pathLst>
              </a:custGeom>
              <a:solidFill>
                <a:srgbClr val="1D2247"/>
              </a:solidFill>
              <a:ln w="9525" cap="flat">
                <a:noFill/>
                <a:prstDash val="solid"/>
                <a:miter/>
              </a:ln>
            </p:spPr>
            <p:txBody>
              <a:bodyPr rtlCol="0" anchor="ctr"/>
              <a:lstStyle/>
              <a:p>
                <a:endParaRPr lang="en-IN"/>
              </a:p>
            </p:txBody>
          </p:sp>
          <p:sp>
            <p:nvSpPr>
              <p:cNvPr id="14" name="Freeform: Shape 13">
                <a:extLst>
                  <a:ext uri="{FF2B5EF4-FFF2-40B4-BE49-F238E27FC236}">
                    <a16:creationId xmlns:a16="http://schemas.microsoft.com/office/drawing/2014/main" id="{521E5C33-D277-D1D0-7093-078FCBFEE10A}"/>
                  </a:ext>
                </a:extLst>
              </p:cNvPr>
              <p:cNvSpPr/>
              <p:nvPr/>
            </p:nvSpPr>
            <p:spPr>
              <a:xfrm>
                <a:off x="13163090" y="1006661"/>
                <a:ext cx="116395" cy="245363"/>
              </a:xfrm>
              <a:custGeom>
                <a:avLst/>
                <a:gdLst>
                  <a:gd name="connsiteX0" fmla="*/ 52102 w 116395"/>
                  <a:gd name="connsiteY0" fmla="*/ 0 h 245363"/>
                  <a:gd name="connsiteX1" fmla="*/ 0 w 116395"/>
                  <a:gd name="connsiteY1" fmla="*/ 245364 h 245363"/>
                  <a:gd name="connsiteX2" fmla="*/ 64198 w 116395"/>
                  <a:gd name="connsiteY2" fmla="*/ 245364 h 245363"/>
                  <a:gd name="connsiteX3" fmla="*/ 116396 w 116395"/>
                  <a:gd name="connsiteY3" fmla="*/ 0 h 245363"/>
                  <a:gd name="connsiteX4" fmla="*/ 52006 w 116395"/>
                  <a:gd name="connsiteY4" fmla="*/ 0 h 24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245363">
                    <a:moveTo>
                      <a:pt x="52102" y="0"/>
                    </a:moveTo>
                    <a:cubicBezTo>
                      <a:pt x="51244" y="4477"/>
                      <a:pt x="1429" y="238696"/>
                      <a:pt x="0" y="245364"/>
                    </a:cubicBezTo>
                    <a:lnTo>
                      <a:pt x="64198" y="245364"/>
                    </a:lnTo>
                    <a:cubicBezTo>
                      <a:pt x="65151" y="241078"/>
                      <a:pt x="114871" y="6667"/>
                      <a:pt x="116396" y="0"/>
                    </a:cubicBezTo>
                    <a:lnTo>
                      <a:pt x="52006" y="0"/>
                    </a:lnTo>
                    <a:close/>
                  </a:path>
                </a:pathLst>
              </a:custGeom>
              <a:solidFill>
                <a:srgbClr val="1D2247"/>
              </a:solidFill>
              <a:ln w="9525" cap="flat">
                <a:noFill/>
                <a:prstDash val="solid"/>
                <a:miter/>
              </a:ln>
            </p:spPr>
            <p:txBody>
              <a:bodyPr rtlCol="0" anchor="ctr"/>
              <a:lstStyle/>
              <a:p>
                <a:endParaRPr lang="en-IN"/>
              </a:p>
            </p:txBody>
          </p:sp>
          <p:sp>
            <p:nvSpPr>
              <p:cNvPr id="15" name="Freeform: Shape 14">
                <a:extLst>
                  <a:ext uri="{FF2B5EF4-FFF2-40B4-BE49-F238E27FC236}">
                    <a16:creationId xmlns:a16="http://schemas.microsoft.com/office/drawing/2014/main" id="{AFFB7D4A-0C00-13DB-4985-F29C3DA1EADD}"/>
                  </a:ext>
                </a:extLst>
              </p:cNvPr>
              <p:cNvSpPr/>
              <p:nvPr/>
            </p:nvSpPr>
            <p:spPr>
              <a:xfrm>
                <a:off x="13443410" y="1001803"/>
                <a:ext cx="209454" cy="255174"/>
              </a:xfrm>
              <a:custGeom>
                <a:avLst/>
                <a:gdLst>
                  <a:gd name="connsiteX0" fmla="*/ 27146 w 209454"/>
                  <a:gd name="connsiteY0" fmla="*/ 68199 h 255174"/>
                  <a:gd name="connsiteX1" fmla="*/ 27146 w 209454"/>
                  <a:gd name="connsiteY1" fmla="*/ 68199 h 255174"/>
                  <a:gd name="connsiteX2" fmla="*/ 80772 w 209454"/>
                  <a:gd name="connsiteY2" fmla="*/ 139827 h 255174"/>
                  <a:gd name="connsiteX3" fmla="*/ 124682 w 209454"/>
                  <a:gd name="connsiteY3" fmla="*/ 189548 h 255174"/>
                  <a:gd name="connsiteX4" fmla="*/ 90488 w 209454"/>
                  <a:gd name="connsiteY4" fmla="*/ 217741 h 255174"/>
                  <a:gd name="connsiteX5" fmla="*/ 64960 w 209454"/>
                  <a:gd name="connsiteY5" fmla="*/ 203644 h 255174"/>
                  <a:gd name="connsiteX6" fmla="*/ 64103 w 209454"/>
                  <a:gd name="connsiteY6" fmla="*/ 195739 h 255174"/>
                  <a:gd name="connsiteX7" fmla="*/ 67151 w 209454"/>
                  <a:gd name="connsiteY7" fmla="*/ 175451 h 255174"/>
                  <a:gd name="connsiteX8" fmla="*/ 4381 w 209454"/>
                  <a:gd name="connsiteY8" fmla="*/ 175451 h 255174"/>
                  <a:gd name="connsiteX9" fmla="*/ 0 w 209454"/>
                  <a:gd name="connsiteY9" fmla="*/ 204787 h 255174"/>
                  <a:gd name="connsiteX10" fmla="*/ 8477 w 209454"/>
                  <a:gd name="connsiteY10" fmla="*/ 233744 h 255174"/>
                  <a:gd name="connsiteX11" fmla="*/ 81820 w 209454"/>
                  <a:gd name="connsiteY11" fmla="*/ 255175 h 255174"/>
                  <a:gd name="connsiteX12" fmla="*/ 189071 w 209454"/>
                  <a:gd name="connsiteY12" fmla="*/ 180975 h 255174"/>
                  <a:gd name="connsiteX13" fmla="*/ 130397 w 209454"/>
                  <a:gd name="connsiteY13" fmla="*/ 102489 h 255174"/>
                  <a:gd name="connsiteX14" fmla="*/ 91059 w 209454"/>
                  <a:gd name="connsiteY14" fmla="*/ 62675 h 255174"/>
                  <a:gd name="connsiteX15" fmla="*/ 123349 w 209454"/>
                  <a:gd name="connsiteY15" fmla="*/ 33623 h 255174"/>
                  <a:gd name="connsiteX16" fmla="*/ 142303 w 209454"/>
                  <a:gd name="connsiteY16" fmla="*/ 40100 h 255174"/>
                  <a:gd name="connsiteX17" fmla="*/ 145923 w 209454"/>
                  <a:gd name="connsiteY17" fmla="*/ 52959 h 255174"/>
                  <a:gd name="connsiteX18" fmla="*/ 143637 w 209454"/>
                  <a:gd name="connsiteY18" fmla="*/ 71342 h 255174"/>
                  <a:gd name="connsiteX19" fmla="*/ 206407 w 209454"/>
                  <a:gd name="connsiteY19" fmla="*/ 71342 h 255174"/>
                  <a:gd name="connsiteX20" fmla="*/ 209455 w 209454"/>
                  <a:gd name="connsiteY20" fmla="*/ 51244 h 255174"/>
                  <a:gd name="connsiteX21" fmla="*/ 200692 w 209454"/>
                  <a:gd name="connsiteY21" fmla="*/ 23336 h 255174"/>
                  <a:gd name="connsiteX22" fmla="*/ 138208 w 209454"/>
                  <a:gd name="connsiteY22" fmla="*/ 0 h 255174"/>
                  <a:gd name="connsiteX23" fmla="*/ 26956 w 209454"/>
                  <a:gd name="connsiteY23"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9454" h="255174">
                    <a:moveTo>
                      <a:pt x="27146" y="68199"/>
                    </a:moveTo>
                    <a:lnTo>
                      <a:pt x="27146" y="68199"/>
                    </a:lnTo>
                    <a:cubicBezTo>
                      <a:pt x="18288" y="110109"/>
                      <a:pt x="50101" y="125254"/>
                      <a:pt x="80772" y="139827"/>
                    </a:cubicBezTo>
                    <a:cubicBezTo>
                      <a:pt x="106204" y="152019"/>
                      <a:pt x="130302" y="163449"/>
                      <a:pt x="124682" y="189548"/>
                    </a:cubicBezTo>
                    <a:cubicBezTo>
                      <a:pt x="120586" y="208978"/>
                      <a:pt x="104584" y="217741"/>
                      <a:pt x="90488" y="217741"/>
                    </a:cubicBezTo>
                    <a:cubicBezTo>
                      <a:pt x="76390" y="217741"/>
                      <a:pt x="67723" y="213169"/>
                      <a:pt x="64960" y="203644"/>
                    </a:cubicBezTo>
                    <a:cubicBezTo>
                      <a:pt x="64389" y="201263"/>
                      <a:pt x="64103" y="198596"/>
                      <a:pt x="64103" y="195739"/>
                    </a:cubicBezTo>
                    <a:cubicBezTo>
                      <a:pt x="64103" y="190310"/>
                      <a:pt x="65342" y="183547"/>
                      <a:pt x="67151" y="175451"/>
                    </a:cubicBezTo>
                    <a:lnTo>
                      <a:pt x="4381" y="175451"/>
                    </a:lnTo>
                    <a:cubicBezTo>
                      <a:pt x="1619" y="186499"/>
                      <a:pt x="0" y="196310"/>
                      <a:pt x="0" y="204787"/>
                    </a:cubicBezTo>
                    <a:cubicBezTo>
                      <a:pt x="0" y="216884"/>
                      <a:pt x="2762" y="226505"/>
                      <a:pt x="8477" y="233744"/>
                    </a:cubicBezTo>
                    <a:cubicBezTo>
                      <a:pt x="19812" y="248602"/>
                      <a:pt x="42386" y="255175"/>
                      <a:pt x="81820" y="255175"/>
                    </a:cubicBezTo>
                    <a:cubicBezTo>
                      <a:pt x="136684" y="255175"/>
                      <a:pt x="179737" y="225457"/>
                      <a:pt x="189071" y="180975"/>
                    </a:cubicBezTo>
                    <a:cubicBezTo>
                      <a:pt x="198692" y="135827"/>
                      <a:pt x="162496" y="118110"/>
                      <a:pt x="130397" y="102489"/>
                    </a:cubicBezTo>
                    <a:cubicBezTo>
                      <a:pt x="107156" y="91059"/>
                      <a:pt x="87058" y="81248"/>
                      <a:pt x="91059" y="62675"/>
                    </a:cubicBezTo>
                    <a:cubicBezTo>
                      <a:pt x="94964" y="44196"/>
                      <a:pt x="106871" y="33623"/>
                      <a:pt x="123349" y="33623"/>
                    </a:cubicBezTo>
                    <a:cubicBezTo>
                      <a:pt x="130588" y="33623"/>
                      <a:pt x="137827" y="34385"/>
                      <a:pt x="142303" y="40100"/>
                    </a:cubicBezTo>
                    <a:cubicBezTo>
                      <a:pt x="144780" y="42767"/>
                      <a:pt x="145923" y="46863"/>
                      <a:pt x="145923" y="52959"/>
                    </a:cubicBezTo>
                    <a:cubicBezTo>
                      <a:pt x="145923" y="57721"/>
                      <a:pt x="144971" y="63913"/>
                      <a:pt x="143637" y="71342"/>
                    </a:cubicBezTo>
                    <a:lnTo>
                      <a:pt x="206407" y="71342"/>
                    </a:lnTo>
                    <a:cubicBezTo>
                      <a:pt x="208217" y="64198"/>
                      <a:pt x="209455" y="57531"/>
                      <a:pt x="209455" y="51244"/>
                    </a:cubicBezTo>
                    <a:cubicBezTo>
                      <a:pt x="209455" y="40386"/>
                      <a:pt x="206502" y="31052"/>
                      <a:pt x="200692" y="23336"/>
                    </a:cubicBezTo>
                    <a:cubicBezTo>
                      <a:pt x="189262" y="8192"/>
                      <a:pt x="167164" y="0"/>
                      <a:pt x="138208" y="0"/>
                    </a:cubicBezTo>
                    <a:cubicBezTo>
                      <a:pt x="115538" y="0"/>
                      <a:pt x="40576" y="4858"/>
                      <a:pt x="26956" y="68199"/>
                    </a:cubicBezTo>
                    <a:close/>
                  </a:path>
                </a:pathLst>
              </a:custGeom>
              <a:solidFill>
                <a:srgbClr val="1D2247"/>
              </a:solidFill>
              <a:ln w="9525" cap="flat">
                <a:noFill/>
                <a:prstDash val="solid"/>
                <a:miter/>
              </a:ln>
            </p:spPr>
            <p:txBody>
              <a:bodyPr rtlCol="0" anchor="ctr"/>
              <a:lstStyle/>
              <a:p>
                <a:endParaRPr lang="en-IN"/>
              </a:p>
            </p:txBody>
          </p:sp>
          <p:sp>
            <p:nvSpPr>
              <p:cNvPr id="16" name="Freeform: Shape 15">
                <a:extLst>
                  <a:ext uri="{FF2B5EF4-FFF2-40B4-BE49-F238E27FC236}">
                    <a16:creationId xmlns:a16="http://schemas.microsoft.com/office/drawing/2014/main" id="{52A1852E-74FA-36C9-2C11-472070CEF5DD}"/>
                  </a:ext>
                </a:extLst>
              </p:cNvPr>
              <p:cNvSpPr/>
              <p:nvPr/>
            </p:nvSpPr>
            <p:spPr>
              <a:xfrm>
                <a:off x="13668619" y="940081"/>
                <a:ext cx="143598" cy="316991"/>
              </a:xfrm>
              <a:custGeom>
                <a:avLst/>
                <a:gdLst>
                  <a:gd name="connsiteX0" fmla="*/ 51302 w 143598"/>
                  <a:gd name="connsiteY0" fmla="*/ 28670 h 316991"/>
                  <a:gd name="connsiteX1" fmla="*/ 43301 w 143598"/>
                  <a:gd name="connsiteY1" fmla="*/ 66485 h 316991"/>
                  <a:gd name="connsiteX2" fmla="*/ 14916 w 143598"/>
                  <a:gd name="connsiteY2" fmla="*/ 66485 h 316991"/>
                  <a:gd name="connsiteX3" fmla="*/ 7106 w 143598"/>
                  <a:gd name="connsiteY3" fmla="*/ 104013 h 316991"/>
                  <a:gd name="connsiteX4" fmla="*/ 35395 w 143598"/>
                  <a:gd name="connsiteY4" fmla="*/ 104013 h 316991"/>
                  <a:gd name="connsiteX5" fmla="*/ 1105 w 143598"/>
                  <a:gd name="connsiteY5" fmla="*/ 264700 h 316991"/>
                  <a:gd name="connsiteX6" fmla="*/ 8058 w 143598"/>
                  <a:gd name="connsiteY6" fmla="*/ 300514 h 316991"/>
                  <a:gd name="connsiteX7" fmla="*/ 55016 w 143598"/>
                  <a:gd name="connsiteY7" fmla="*/ 316992 h 316991"/>
                  <a:gd name="connsiteX8" fmla="*/ 86735 w 143598"/>
                  <a:gd name="connsiteY8" fmla="*/ 315087 h 316991"/>
                  <a:gd name="connsiteX9" fmla="*/ 89402 w 143598"/>
                  <a:gd name="connsiteY9" fmla="*/ 314801 h 316991"/>
                  <a:gd name="connsiteX10" fmla="*/ 97498 w 143598"/>
                  <a:gd name="connsiteY10" fmla="*/ 277273 h 316991"/>
                  <a:gd name="connsiteX11" fmla="*/ 88354 w 143598"/>
                  <a:gd name="connsiteY11" fmla="*/ 278035 h 316991"/>
                  <a:gd name="connsiteX12" fmla="*/ 70066 w 143598"/>
                  <a:gd name="connsiteY12" fmla="*/ 271939 h 316991"/>
                  <a:gd name="connsiteX13" fmla="*/ 66923 w 143598"/>
                  <a:gd name="connsiteY13" fmla="*/ 261747 h 316991"/>
                  <a:gd name="connsiteX14" fmla="*/ 69494 w 143598"/>
                  <a:gd name="connsiteY14" fmla="*/ 244316 h 316991"/>
                  <a:gd name="connsiteX15" fmla="*/ 99403 w 143598"/>
                  <a:gd name="connsiteY15" fmla="*/ 104013 h 316991"/>
                  <a:gd name="connsiteX16" fmla="*/ 135693 w 143598"/>
                  <a:gd name="connsiteY16" fmla="*/ 104013 h 316991"/>
                  <a:gd name="connsiteX17" fmla="*/ 143599 w 143598"/>
                  <a:gd name="connsiteY17" fmla="*/ 66485 h 316991"/>
                  <a:gd name="connsiteX18" fmla="*/ 107309 w 143598"/>
                  <a:gd name="connsiteY18" fmla="*/ 66485 h 316991"/>
                  <a:gd name="connsiteX19" fmla="*/ 121501 w 143598"/>
                  <a:gd name="connsiteY19" fmla="*/ 0 h 316991"/>
                  <a:gd name="connsiteX20" fmla="*/ 51111 w 143598"/>
                  <a:gd name="connsiteY20" fmla="*/ 28670 h 31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3598" h="316991">
                    <a:moveTo>
                      <a:pt x="51302" y="28670"/>
                    </a:moveTo>
                    <a:cubicBezTo>
                      <a:pt x="50730" y="31433"/>
                      <a:pt x="43301" y="66485"/>
                      <a:pt x="43301" y="66485"/>
                    </a:cubicBezTo>
                    <a:lnTo>
                      <a:pt x="14916" y="66485"/>
                    </a:lnTo>
                    <a:cubicBezTo>
                      <a:pt x="14249" y="70295"/>
                      <a:pt x="8153" y="98584"/>
                      <a:pt x="7106" y="104013"/>
                    </a:cubicBezTo>
                    <a:lnTo>
                      <a:pt x="35395" y="104013"/>
                    </a:lnTo>
                    <a:lnTo>
                      <a:pt x="1105" y="264700"/>
                    </a:lnTo>
                    <a:cubicBezTo>
                      <a:pt x="57" y="269843"/>
                      <a:pt x="-2705" y="287179"/>
                      <a:pt x="8058" y="300514"/>
                    </a:cubicBezTo>
                    <a:cubicBezTo>
                      <a:pt x="16916" y="311372"/>
                      <a:pt x="32823" y="316992"/>
                      <a:pt x="55016" y="316992"/>
                    </a:cubicBezTo>
                    <a:lnTo>
                      <a:pt x="86735" y="315087"/>
                    </a:lnTo>
                    <a:cubicBezTo>
                      <a:pt x="86735" y="315087"/>
                      <a:pt x="88068" y="314992"/>
                      <a:pt x="89402" y="314801"/>
                    </a:cubicBezTo>
                    <a:cubicBezTo>
                      <a:pt x="90164" y="311372"/>
                      <a:pt x="96260" y="283274"/>
                      <a:pt x="97498" y="277273"/>
                    </a:cubicBezTo>
                    <a:cubicBezTo>
                      <a:pt x="93497" y="277559"/>
                      <a:pt x="88354" y="278035"/>
                      <a:pt x="88354" y="278035"/>
                    </a:cubicBezTo>
                    <a:cubicBezTo>
                      <a:pt x="79210" y="278035"/>
                      <a:pt x="73400" y="276130"/>
                      <a:pt x="70066" y="271939"/>
                    </a:cubicBezTo>
                    <a:cubicBezTo>
                      <a:pt x="67780" y="269081"/>
                      <a:pt x="66923" y="265843"/>
                      <a:pt x="66923" y="261747"/>
                    </a:cubicBezTo>
                    <a:cubicBezTo>
                      <a:pt x="66923" y="256699"/>
                      <a:pt x="68161" y="250984"/>
                      <a:pt x="69494" y="244316"/>
                    </a:cubicBezTo>
                    <a:lnTo>
                      <a:pt x="99403" y="104013"/>
                    </a:lnTo>
                    <a:lnTo>
                      <a:pt x="135693" y="104013"/>
                    </a:lnTo>
                    <a:cubicBezTo>
                      <a:pt x="136455" y="100298"/>
                      <a:pt x="142456" y="71914"/>
                      <a:pt x="143599" y="66485"/>
                    </a:cubicBezTo>
                    <a:lnTo>
                      <a:pt x="107309" y="66485"/>
                    </a:lnTo>
                    <a:cubicBezTo>
                      <a:pt x="107309" y="66485"/>
                      <a:pt x="119501" y="8954"/>
                      <a:pt x="121501" y="0"/>
                    </a:cubicBezTo>
                    <a:cubicBezTo>
                      <a:pt x="112928" y="3429"/>
                      <a:pt x="53588" y="27527"/>
                      <a:pt x="51111" y="28670"/>
                    </a:cubicBezTo>
                    <a:close/>
                  </a:path>
                </a:pathLst>
              </a:custGeom>
              <a:solidFill>
                <a:srgbClr val="1D2247"/>
              </a:solidFill>
              <a:ln w="9525" cap="flat">
                <a:noFill/>
                <a:prstDash val="solid"/>
                <a:miter/>
              </a:ln>
            </p:spPr>
            <p:txBody>
              <a:bodyPr rtlCol="0" anchor="ctr"/>
              <a:lstStyle/>
              <a:p>
                <a:endParaRPr lang="en-IN"/>
              </a:p>
            </p:txBody>
          </p:sp>
          <p:sp>
            <p:nvSpPr>
              <p:cNvPr id="17" name="Freeform: Shape 16">
                <a:extLst>
                  <a:ext uri="{FF2B5EF4-FFF2-40B4-BE49-F238E27FC236}">
                    <a16:creationId xmlns:a16="http://schemas.microsoft.com/office/drawing/2014/main" id="{4FBC693A-FBB5-F127-CDAC-F865F27F2728}"/>
                  </a:ext>
                </a:extLst>
              </p:cNvPr>
              <p:cNvSpPr/>
              <p:nvPr/>
            </p:nvSpPr>
            <p:spPr>
              <a:xfrm>
                <a:off x="13807360" y="1001708"/>
                <a:ext cx="209645" cy="255174"/>
              </a:xfrm>
              <a:custGeom>
                <a:avLst/>
                <a:gdLst>
                  <a:gd name="connsiteX0" fmla="*/ 27242 w 209645"/>
                  <a:gd name="connsiteY0" fmla="*/ 68294 h 255174"/>
                  <a:gd name="connsiteX1" fmla="*/ 25718 w 209645"/>
                  <a:gd name="connsiteY1" fmla="*/ 81915 h 255174"/>
                  <a:gd name="connsiteX2" fmla="*/ 80772 w 209645"/>
                  <a:gd name="connsiteY2" fmla="*/ 139922 h 255174"/>
                  <a:gd name="connsiteX3" fmla="*/ 125540 w 209645"/>
                  <a:gd name="connsiteY3" fmla="*/ 182309 h 255174"/>
                  <a:gd name="connsiteX4" fmla="*/ 124587 w 209645"/>
                  <a:gd name="connsiteY4" fmla="*/ 189548 h 255174"/>
                  <a:gd name="connsiteX5" fmla="*/ 90583 w 209645"/>
                  <a:gd name="connsiteY5" fmla="*/ 217742 h 255174"/>
                  <a:gd name="connsiteX6" fmla="*/ 64961 w 209645"/>
                  <a:gd name="connsiteY6" fmla="*/ 203645 h 255174"/>
                  <a:gd name="connsiteX7" fmla="*/ 64199 w 209645"/>
                  <a:gd name="connsiteY7" fmla="*/ 195834 h 255174"/>
                  <a:gd name="connsiteX8" fmla="*/ 67151 w 209645"/>
                  <a:gd name="connsiteY8" fmla="*/ 175450 h 255174"/>
                  <a:gd name="connsiteX9" fmla="*/ 4382 w 209645"/>
                  <a:gd name="connsiteY9" fmla="*/ 175450 h 255174"/>
                  <a:gd name="connsiteX10" fmla="*/ 0 w 209645"/>
                  <a:gd name="connsiteY10" fmla="*/ 204788 h 255174"/>
                  <a:gd name="connsiteX11" fmla="*/ 8477 w 209645"/>
                  <a:gd name="connsiteY11" fmla="*/ 233744 h 255174"/>
                  <a:gd name="connsiteX12" fmla="*/ 81915 w 209645"/>
                  <a:gd name="connsiteY12" fmla="*/ 255175 h 255174"/>
                  <a:gd name="connsiteX13" fmla="*/ 189357 w 209645"/>
                  <a:gd name="connsiteY13" fmla="*/ 180975 h 255174"/>
                  <a:gd name="connsiteX14" fmla="*/ 130588 w 209645"/>
                  <a:gd name="connsiteY14" fmla="*/ 102489 h 255174"/>
                  <a:gd name="connsiteX15" fmla="*/ 91154 w 209645"/>
                  <a:gd name="connsiteY15" fmla="*/ 62675 h 255174"/>
                  <a:gd name="connsiteX16" fmla="*/ 123539 w 209645"/>
                  <a:gd name="connsiteY16" fmla="*/ 33623 h 255174"/>
                  <a:gd name="connsiteX17" fmla="*/ 142589 w 209645"/>
                  <a:gd name="connsiteY17" fmla="*/ 40100 h 255174"/>
                  <a:gd name="connsiteX18" fmla="*/ 146114 w 209645"/>
                  <a:gd name="connsiteY18" fmla="*/ 52959 h 255174"/>
                  <a:gd name="connsiteX19" fmla="*/ 143828 w 209645"/>
                  <a:gd name="connsiteY19" fmla="*/ 71342 h 255174"/>
                  <a:gd name="connsiteX20" fmla="*/ 206597 w 209645"/>
                  <a:gd name="connsiteY20" fmla="*/ 71342 h 255174"/>
                  <a:gd name="connsiteX21" fmla="*/ 209645 w 209645"/>
                  <a:gd name="connsiteY21" fmla="*/ 51245 h 255174"/>
                  <a:gd name="connsiteX22" fmla="*/ 200882 w 209645"/>
                  <a:gd name="connsiteY22" fmla="*/ 23336 h 255174"/>
                  <a:gd name="connsiteX23" fmla="*/ 138303 w 209645"/>
                  <a:gd name="connsiteY23" fmla="*/ 0 h 255174"/>
                  <a:gd name="connsiteX24" fmla="*/ 27242 w 209645"/>
                  <a:gd name="connsiteY24"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9645" h="255174">
                    <a:moveTo>
                      <a:pt x="27242" y="68294"/>
                    </a:moveTo>
                    <a:cubicBezTo>
                      <a:pt x="26194" y="73247"/>
                      <a:pt x="25718" y="77724"/>
                      <a:pt x="25718" y="81915"/>
                    </a:cubicBezTo>
                    <a:cubicBezTo>
                      <a:pt x="25718" y="113633"/>
                      <a:pt x="53626" y="127063"/>
                      <a:pt x="80772" y="139922"/>
                    </a:cubicBezTo>
                    <a:cubicBezTo>
                      <a:pt x="103727" y="150971"/>
                      <a:pt x="125540" y="161258"/>
                      <a:pt x="125540" y="182309"/>
                    </a:cubicBezTo>
                    <a:cubicBezTo>
                      <a:pt x="125540" y="184595"/>
                      <a:pt x="125254" y="187071"/>
                      <a:pt x="124587" y="189548"/>
                    </a:cubicBezTo>
                    <a:cubicBezTo>
                      <a:pt x="120587" y="208979"/>
                      <a:pt x="104585" y="217742"/>
                      <a:pt x="90583" y="217742"/>
                    </a:cubicBezTo>
                    <a:cubicBezTo>
                      <a:pt x="75819" y="217742"/>
                      <a:pt x="67723" y="213170"/>
                      <a:pt x="64961" y="203645"/>
                    </a:cubicBezTo>
                    <a:cubicBezTo>
                      <a:pt x="64389" y="201359"/>
                      <a:pt x="64199" y="198787"/>
                      <a:pt x="64199" y="195834"/>
                    </a:cubicBezTo>
                    <a:cubicBezTo>
                      <a:pt x="64199" y="190309"/>
                      <a:pt x="65151" y="183547"/>
                      <a:pt x="67151" y="175450"/>
                    </a:cubicBezTo>
                    <a:lnTo>
                      <a:pt x="4382" y="175450"/>
                    </a:lnTo>
                    <a:cubicBezTo>
                      <a:pt x="1524" y="186500"/>
                      <a:pt x="0" y="196310"/>
                      <a:pt x="0" y="204788"/>
                    </a:cubicBezTo>
                    <a:cubicBezTo>
                      <a:pt x="0" y="216884"/>
                      <a:pt x="2762" y="226504"/>
                      <a:pt x="8477" y="233744"/>
                    </a:cubicBezTo>
                    <a:cubicBezTo>
                      <a:pt x="19907" y="248603"/>
                      <a:pt x="42386" y="255175"/>
                      <a:pt x="81915" y="255175"/>
                    </a:cubicBezTo>
                    <a:cubicBezTo>
                      <a:pt x="136779" y="255175"/>
                      <a:pt x="179927" y="225457"/>
                      <a:pt x="189357" y="180975"/>
                    </a:cubicBezTo>
                    <a:cubicBezTo>
                      <a:pt x="198977" y="135826"/>
                      <a:pt x="162592" y="118110"/>
                      <a:pt x="130588" y="102489"/>
                    </a:cubicBezTo>
                    <a:cubicBezTo>
                      <a:pt x="107252" y="91059"/>
                      <a:pt x="87249" y="81248"/>
                      <a:pt x="91154" y="62675"/>
                    </a:cubicBezTo>
                    <a:cubicBezTo>
                      <a:pt x="94964" y="44196"/>
                      <a:pt x="106871" y="33623"/>
                      <a:pt x="123539" y="33623"/>
                    </a:cubicBezTo>
                    <a:cubicBezTo>
                      <a:pt x="130683" y="33623"/>
                      <a:pt x="137922" y="34385"/>
                      <a:pt x="142589" y="40100"/>
                    </a:cubicBezTo>
                    <a:cubicBezTo>
                      <a:pt x="144875" y="42767"/>
                      <a:pt x="146114" y="46863"/>
                      <a:pt x="146114" y="52959"/>
                    </a:cubicBezTo>
                    <a:cubicBezTo>
                      <a:pt x="146114" y="57722"/>
                      <a:pt x="145352" y="63913"/>
                      <a:pt x="143828" y="71342"/>
                    </a:cubicBezTo>
                    <a:lnTo>
                      <a:pt x="206597" y="71342"/>
                    </a:lnTo>
                    <a:cubicBezTo>
                      <a:pt x="208502" y="64199"/>
                      <a:pt x="209645" y="57531"/>
                      <a:pt x="209645" y="51245"/>
                    </a:cubicBezTo>
                    <a:cubicBezTo>
                      <a:pt x="209645" y="40386"/>
                      <a:pt x="206693" y="31052"/>
                      <a:pt x="200882" y="23336"/>
                    </a:cubicBezTo>
                    <a:cubicBezTo>
                      <a:pt x="189452" y="8192"/>
                      <a:pt x="167259" y="0"/>
                      <a:pt x="138303" y="0"/>
                    </a:cubicBezTo>
                    <a:cubicBezTo>
                      <a:pt x="115729" y="0"/>
                      <a:pt x="40767" y="4858"/>
                      <a:pt x="27242" y="68199"/>
                    </a:cubicBezTo>
                    <a:close/>
                  </a:path>
                </a:pathLst>
              </a:custGeom>
              <a:solidFill>
                <a:srgbClr val="1D2247"/>
              </a:solidFill>
              <a:ln w="9525" cap="flat">
                <a:noFill/>
                <a:prstDash val="solid"/>
                <a:miter/>
              </a:ln>
            </p:spPr>
            <p:txBody>
              <a:bodyPr rtlCol="0" anchor="ctr"/>
              <a:lstStyle/>
              <a:p>
                <a:endParaRPr lang="en-IN"/>
              </a:p>
            </p:txBody>
          </p:sp>
          <p:sp>
            <p:nvSpPr>
              <p:cNvPr id="18" name="Freeform: Shape 17">
                <a:extLst>
                  <a:ext uri="{FF2B5EF4-FFF2-40B4-BE49-F238E27FC236}">
                    <a16:creationId xmlns:a16="http://schemas.microsoft.com/office/drawing/2014/main" id="{993DC07D-55DE-DE51-4D3B-C2D66C97B15B}"/>
                  </a:ext>
                </a:extLst>
              </p:cNvPr>
              <p:cNvSpPr/>
              <p:nvPr/>
            </p:nvSpPr>
            <p:spPr>
              <a:xfrm>
                <a:off x="14025383" y="1001803"/>
                <a:ext cx="215198" cy="255079"/>
              </a:xfrm>
              <a:custGeom>
                <a:avLst/>
                <a:gdLst>
                  <a:gd name="connsiteX0" fmla="*/ 135069 w 215198"/>
                  <a:gd name="connsiteY0" fmla="*/ 0 h 255079"/>
                  <a:gd name="connsiteX1" fmla="*/ 8386 w 215198"/>
                  <a:gd name="connsiteY1" fmla="*/ 124873 h 255079"/>
                  <a:gd name="connsiteX2" fmla="*/ 8386 w 215198"/>
                  <a:gd name="connsiteY2" fmla="*/ 124873 h 255079"/>
                  <a:gd name="connsiteX3" fmla="*/ 12768 w 215198"/>
                  <a:gd name="connsiteY3" fmla="*/ 232696 h 255079"/>
                  <a:gd name="connsiteX4" fmla="*/ 79633 w 215198"/>
                  <a:gd name="connsiteY4" fmla="*/ 255080 h 255079"/>
                  <a:gd name="connsiteX5" fmla="*/ 207649 w 215198"/>
                  <a:gd name="connsiteY5" fmla="*/ 123730 h 255079"/>
                  <a:gd name="connsiteX6" fmla="*/ 202601 w 215198"/>
                  <a:gd name="connsiteY6" fmla="*/ 22765 h 255079"/>
                  <a:gd name="connsiteX7" fmla="*/ 135069 w 215198"/>
                  <a:gd name="connsiteY7" fmla="*/ 0 h 255079"/>
                  <a:gd name="connsiteX8" fmla="*/ 69251 w 215198"/>
                  <a:gd name="connsiteY8" fmla="*/ 208883 h 255079"/>
                  <a:gd name="connsiteX9" fmla="*/ 73823 w 215198"/>
                  <a:gd name="connsiteY9" fmla="*/ 119729 h 255079"/>
                  <a:gd name="connsiteX10" fmla="*/ 73823 w 215198"/>
                  <a:gd name="connsiteY10" fmla="*/ 119729 h 255079"/>
                  <a:gd name="connsiteX11" fmla="*/ 125544 w 215198"/>
                  <a:gd name="connsiteY11" fmla="*/ 38862 h 255079"/>
                  <a:gd name="connsiteX12" fmla="*/ 146213 w 215198"/>
                  <a:gd name="connsiteY12" fmla="*/ 46768 h 255079"/>
                  <a:gd name="connsiteX13" fmla="*/ 143927 w 215198"/>
                  <a:gd name="connsiteY13" fmla="*/ 120968 h 255079"/>
                  <a:gd name="connsiteX14" fmla="*/ 89063 w 215198"/>
                  <a:gd name="connsiteY14" fmla="*/ 216122 h 255079"/>
                  <a:gd name="connsiteX15" fmla="*/ 69156 w 215198"/>
                  <a:gd name="connsiteY15" fmla="*/ 208883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5198" h="255079">
                    <a:moveTo>
                      <a:pt x="135069" y="0"/>
                    </a:moveTo>
                    <a:cubicBezTo>
                      <a:pt x="42581" y="0"/>
                      <a:pt x="22388" y="59055"/>
                      <a:pt x="8386" y="124873"/>
                    </a:cubicBezTo>
                    <a:lnTo>
                      <a:pt x="8386" y="124873"/>
                    </a:lnTo>
                    <a:cubicBezTo>
                      <a:pt x="-1901" y="173641"/>
                      <a:pt x="-5139" y="210693"/>
                      <a:pt x="12768" y="232696"/>
                    </a:cubicBezTo>
                    <a:cubicBezTo>
                      <a:pt x="24865" y="247840"/>
                      <a:pt x="46772" y="255080"/>
                      <a:pt x="79633" y="255080"/>
                    </a:cubicBezTo>
                    <a:cubicBezTo>
                      <a:pt x="163739" y="255080"/>
                      <a:pt x="189552" y="208978"/>
                      <a:pt x="207649" y="123730"/>
                    </a:cubicBezTo>
                    <a:cubicBezTo>
                      <a:pt x="215936" y="84773"/>
                      <a:pt x="221175" y="45529"/>
                      <a:pt x="202601" y="22765"/>
                    </a:cubicBezTo>
                    <a:cubicBezTo>
                      <a:pt x="190314" y="7334"/>
                      <a:pt x="168121" y="0"/>
                      <a:pt x="135069" y="0"/>
                    </a:cubicBezTo>
                    <a:close/>
                    <a:moveTo>
                      <a:pt x="69251" y="208883"/>
                    </a:moveTo>
                    <a:cubicBezTo>
                      <a:pt x="60774" y="198311"/>
                      <a:pt x="61822" y="175927"/>
                      <a:pt x="73823" y="119729"/>
                    </a:cubicBezTo>
                    <a:lnTo>
                      <a:pt x="73823" y="119729"/>
                    </a:lnTo>
                    <a:cubicBezTo>
                      <a:pt x="84491" y="69628"/>
                      <a:pt x="92587" y="38862"/>
                      <a:pt x="125544" y="38862"/>
                    </a:cubicBezTo>
                    <a:cubicBezTo>
                      <a:pt x="135164" y="38862"/>
                      <a:pt x="142022" y="41529"/>
                      <a:pt x="146213" y="46768"/>
                    </a:cubicBezTo>
                    <a:cubicBezTo>
                      <a:pt x="156119" y="58960"/>
                      <a:pt x="151547" y="85154"/>
                      <a:pt x="143927" y="120968"/>
                    </a:cubicBezTo>
                    <a:cubicBezTo>
                      <a:pt x="127449" y="198311"/>
                      <a:pt x="117257" y="216122"/>
                      <a:pt x="89063" y="216122"/>
                    </a:cubicBezTo>
                    <a:cubicBezTo>
                      <a:pt x="79348" y="216122"/>
                      <a:pt x="73156" y="213931"/>
                      <a:pt x="69156" y="208883"/>
                    </a:cubicBezTo>
                    <a:close/>
                  </a:path>
                </a:pathLst>
              </a:custGeom>
              <a:solidFill>
                <a:srgbClr val="1D2247"/>
              </a:solidFill>
              <a:ln w="9525" cap="flat">
                <a:noFill/>
                <a:prstDash val="solid"/>
                <a:miter/>
              </a:ln>
            </p:spPr>
            <p:txBody>
              <a:bodyPr rtlCol="0" anchor="ctr"/>
              <a:lstStyle/>
              <a:p>
                <a:endParaRPr lang="en-IN"/>
              </a:p>
            </p:txBody>
          </p:sp>
          <p:sp>
            <p:nvSpPr>
              <p:cNvPr id="19" name="Freeform: Shape 18">
                <a:extLst>
                  <a:ext uri="{FF2B5EF4-FFF2-40B4-BE49-F238E27FC236}">
                    <a16:creationId xmlns:a16="http://schemas.microsoft.com/office/drawing/2014/main" id="{A076F9EF-0182-CB51-A92D-492E6D7EE97E}"/>
                  </a:ext>
                </a:extLst>
              </p:cNvPr>
              <p:cNvSpPr/>
              <p:nvPr/>
            </p:nvSpPr>
            <p:spPr>
              <a:xfrm>
                <a:off x="14252845" y="1006661"/>
                <a:ext cx="230600" cy="250413"/>
              </a:xfrm>
              <a:custGeom>
                <a:avLst/>
                <a:gdLst>
                  <a:gd name="connsiteX0" fmla="*/ 166307 w 230600"/>
                  <a:gd name="connsiteY0" fmla="*/ 0 h 250413"/>
                  <a:gd name="connsiteX1" fmla="*/ 129826 w 230600"/>
                  <a:gd name="connsiteY1" fmla="*/ 171831 h 250413"/>
                  <a:gd name="connsiteX2" fmla="*/ 92392 w 230600"/>
                  <a:gd name="connsiteY2" fmla="*/ 212884 h 250413"/>
                  <a:gd name="connsiteX3" fmla="*/ 73628 w 230600"/>
                  <a:gd name="connsiteY3" fmla="*/ 205645 h 250413"/>
                  <a:gd name="connsiteX4" fmla="*/ 69056 w 230600"/>
                  <a:gd name="connsiteY4" fmla="*/ 189738 h 250413"/>
                  <a:gd name="connsiteX5" fmla="*/ 71438 w 230600"/>
                  <a:gd name="connsiteY5" fmla="*/ 170593 h 250413"/>
                  <a:gd name="connsiteX6" fmla="*/ 107728 w 230600"/>
                  <a:gd name="connsiteY6" fmla="*/ 95 h 250413"/>
                  <a:gd name="connsiteX7" fmla="*/ 43529 w 230600"/>
                  <a:gd name="connsiteY7" fmla="*/ 95 h 250413"/>
                  <a:gd name="connsiteX8" fmla="*/ 1238 w 230600"/>
                  <a:gd name="connsiteY8" fmla="*/ 199263 h 250413"/>
                  <a:gd name="connsiteX9" fmla="*/ 0 w 230600"/>
                  <a:gd name="connsiteY9" fmla="*/ 210502 h 250413"/>
                  <a:gd name="connsiteX10" fmla="*/ 7906 w 230600"/>
                  <a:gd name="connsiteY10" fmla="*/ 233839 h 250413"/>
                  <a:gd name="connsiteX11" fmla="*/ 49435 w 230600"/>
                  <a:gd name="connsiteY11" fmla="*/ 250412 h 250413"/>
                  <a:gd name="connsiteX12" fmla="*/ 118777 w 230600"/>
                  <a:gd name="connsiteY12" fmla="*/ 226028 h 250413"/>
                  <a:gd name="connsiteX13" fmla="*/ 114109 w 230600"/>
                  <a:gd name="connsiteY13" fmla="*/ 245459 h 250413"/>
                  <a:gd name="connsiteX14" fmla="*/ 180784 w 230600"/>
                  <a:gd name="connsiteY14" fmla="*/ 245459 h 250413"/>
                  <a:gd name="connsiteX15" fmla="*/ 188500 w 230600"/>
                  <a:gd name="connsiteY15" fmla="*/ 198025 h 250413"/>
                  <a:gd name="connsiteX16" fmla="*/ 230600 w 230600"/>
                  <a:gd name="connsiteY16" fmla="*/ 95 h 250413"/>
                  <a:gd name="connsiteX17" fmla="*/ 166307 w 230600"/>
                  <a:gd name="connsiteY17" fmla="*/ 95 h 25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600" h="250413">
                    <a:moveTo>
                      <a:pt x="166307" y="0"/>
                    </a:moveTo>
                    <a:cubicBezTo>
                      <a:pt x="165449" y="4477"/>
                      <a:pt x="129826" y="171831"/>
                      <a:pt x="129826" y="171831"/>
                    </a:cubicBezTo>
                    <a:cubicBezTo>
                      <a:pt x="125254" y="193072"/>
                      <a:pt x="117729" y="212884"/>
                      <a:pt x="92392" y="212884"/>
                    </a:cubicBezTo>
                    <a:cubicBezTo>
                      <a:pt x="83629" y="212884"/>
                      <a:pt x="77533" y="210502"/>
                      <a:pt x="73628" y="205645"/>
                    </a:cubicBezTo>
                    <a:cubicBezTo>
                      <a:pt x="70199" y="201549"/>
                      <a:pt x="69056" y="195929"/>
                      <a:pt x="69056" y="189738"/>
                    </a:cubicBezTo>
                    <a:cubicBezTo>
                      <a:pt x="69056" y="183547"/>
                      <a:pt x="70104" y="176784"/>
                      <a:pt x="71438" y="170593"/>
                    </a:cubicBezTo>
                    <a:cubicBezTo>
                      <a:pt x="71438" y="170593"/>
                      <a:pt x="106299" y="6667"/>
                      <a:pt x="107728" y="95"/>
                    </a:cubicBezTo>
                    <a:lnTo>
                      <a:pt x="43529" y="95"/>
                    </a:lnTo>
                    <a:cubicBezTo>
                      <a:pt x="42577" y="4667"/>
                      <a:pt x="1238" y="199263"/>
                      <a:pt x="1238" y="199263"/>
                    </a:cubicBezTo>
                    <a:cubicBezTo>
                      <a:pt x="476" y="203073"/>
                      <a:pt x="0" y="206883"/>
                      <a:pt x="0" y="210502"/>
                    </a:cubicBezTo>
                    <a:cubicBezTo>
                      <a:pt x="0" y="219551"/>
                      <a:pt x="2762" y="227457"/>
                      <a:pt x="7906" y="233839"/>
                    </a:cubicBezTo>
                    <a:cubicBezTo>
                      <a:pt x="16383" y="244412"/>
                      <a:pt x="31528" y="250412"/>
                      <a:pt x="49435" y="250412"/>
                    </a:cubicBezTo>
                    <a:cubicBezTo>
                      <a:pt x="95631" y="250603"/>
                      <a:pt x="118777" y="226028"/>
                      <a:pt x="118777" y="226028"/>
                    </a:cubicBezTo>
                    <a:cubicBezTo>
                      <a:pt x="118777" y="226028"/>
                      <a:pt x="115253" y="240316"/>
                      <a:pt x="114109" y="245459"/>
                    </a:cubicBezTo>
                    <a:lnTo>
                      <a:pt x="180784" y="245459"/>
                    </a:lnTo>
                    <a:cubicBezTo>
                      <a:pt x="182975" y="227933"/>
                      <a:pt x="185452" y="212408"/>
                      <a:pt x="188500" y="198025"/>
                    </a:cubicBezTo>
                    <a:cubicBezTo>
                      <a:pt x="188500" y="198025"/>
                      <a:pt x="229076" y="6763"/>
                      <a:pt x="230600" y="95"/>
                    </a:cubicBezTo>
                    <a:lnTo>
                      <a:pt x="166307" y="95"/>
                    </a:lnTo>
                    <a:close/>
                  </a:path>
                </a:pathLst>
              </a:custGeom>
              <a:solidFill>
                <a:srgbClr val="1D2247"/>
              </a:solidFill>
              <a:ln w="9525" cap="flat">
                <a:noFill/>
                <a:prstDash val="solid"/>
                <a:miter/>
              </a:ln>
            </p:spPr>
            <p:txBody>
              <a:bodyPr rtlCol="0" anchor="ctr"/>
              <a:lstStyle/>
              <a:p>
                <a:endParaRPr lang="en-IN"/>
              </a:p>
            </p:txBody>
          </p:sp>
          <p:sp>
            <p:nvSpPr>
              <p:cNvPr id="20" name="Freeform: Shape 19">
                <a:extLst>
                  <a:ext uri="{FF2B5EF4-FFF2-40B4-BE49-F238E27FC236}">
                    <a16:creationId xmlns:a16="http://schemas.microsoft.com/office/drawing/2014/main" id="{6E56C68D-8AB1-4145-E8E8-90EC2A72B17E}"/>
                  </a:ext>
                </a:extLst>
              </p:cNvPr>
              <p:cNvSpPr/>
              <p:nvPr/>
            </p:nvSpPr>
            <p:spPr>
              <a:xfrm>
                <a:off x="14485255" y="1001966"/>
                <a:ext cx="179927" cy="250058"/>
              </a:xfrm>
              <a:custGeom>
                <a:avLst/>
                <a:gdLst>
                  <a:gd name="connsiteX0" fmla="*/ 106870 w 179927"/>
                  <a:gd name="connsiteY0" fmla="*/ 33651 h 250058"/>
                  <a:gd name="connsiteX1" fmla="*/ 113062 w 179927"/>
                  <a:gd name="connsiteY1" fmla="*/ 4695 h 250058"/>
                  <a:gd name="connsiteX2" fmla="*/ 52197 w 179927"/>
                  <a:gd name="connsiteY2" fmla="*/ 4695 h 250058"/>
                  <a:gd name="connsiteX3" fmla="*/ 0 w 179927"/>
                  <a:gd name="connsiteY3" fmla="*/ 250059 h 250058"/>
                  <a:gd name="connsiteX4" fmla="*/ 64294 w 179927"/>
                  <a:gd name="connsiteY4" fmla="*/ 250059 h 250058"/>
                  <a:gd name="connsiteX5" fmla="*/ 92869 w 179927"/>
                  <a:gd name="connsiteY5" fmla="*/ 115661 h 250058"/>
                  <a:gd name="connsiteX6" fmla="*/ 168021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0" y="33651"/>
                    </a:moveTo>
                    <a:cubicBezTo>
                      <a:pt x="106870" y="33651"/>
                      <a:pt x="111919" y="10315"/>
                      <a:pt x="113062" y="4695"/>
                    </a:cubicBezTo>
                    <a:lnTo>
                      <a:pt x="52197" y="4695"/>
                    </a:lnTo>
                    <a:cubicBezTo>
                      <a:pt x="51244" y="9172"/>
                      <a:pt x="1429" y="243391"/>
                      <a:pt x="0" y="250059"/>
                    </a:cubicBezTo>
                    <a:lnTo>
                      <a:pt x="64294" y="250059"/>
                    </a:lnTo>
                    <a:cubicBezTo>
                      <a:pt x="65151" y="245773"/>
                      <a:pt x="92869" y="115661"/>
                      <a:pt x="92869" y="115661"/>
                    </a:cubicBezTo>
                    <a:cubicBezTo>
                      <a:pt x="97726" y="92230"/>
                      <a:pt x="106013" y="53653"/>
                      <a:pt x="168021" y="56606"/>
                    </a:cubicBezTo>
                    <a:cubicBezTo>
                      <a:pt x="168878" y="52510"/>
                      <a:pt x="178689" y="6600"/>
                      <a:pt x="179927" y="28"/>
                    </a:cubicBezTo>
                    <a:cubicBezTo>
                      <a:pt x="139922" y="-1115"/>
                      <a:pt x="106680" y="33651"/>
                      <a:pt x="106680" y="33651"/>
                    </a:cubicBezTo>
                    <a:close/>
                  </a:path>
                </a:pathLst>
              </a:custGeom>
              <a:solidFill>
                <a:srgbClr val="1D2247"/>
              </a:solidFill>
              <a:ln w="9525" cap="flat">
                <a:noFill/>
                <a:prstDash val="solid"/>
                <a:miter/>
              </a:ln>
            </p:spPr>
            <p:txBody>
              <a:bodyPr rtlCol="0" anchor="ctr"/>
              <a:lstStyle/>
              <a:p>
                <a:endParaRPr lang="en-IN"/>
              </a:p>
            </p:txBody>
          </p:sp>
          <p:sp>
            <p:nvSpPr>
              <p:cNvPr id="21" name="Freeform: Shape 20">
                <a:extLst>
                  <a:ext uri="{FF2B5EF4-FFF2-40B4-BE49-F238E27FC236}">
                    <a16:creationId xmlns:a16="http://schemas.microsoft.com/office/drawing/2014/main" id="{BA2C089D-6E88-0AF8-2DF6-3DE8A968781B}"/>
                  </a:ext>
                </a:extLst>
              </p:cNvPr>
              <p:cNvSpPr/>
              <p:nvPr/>
            </p:nvSpPr>
            <p:spPr>
              <a:xfrm>
                <a:off x="13277771" y="1001966"/>
                <a:ext cx="179927" cy="250058"/>
              </a:xfrm>
              <a:custGeom>
                <a:avLst/>
                <a:gdLst>
                  <a:gd name="connsiteX0" fmla="*/ 106871 w 179927"/>
                  <a:gd name="connsiteY0" fmla="*/ 33651 h 250058"/>
                  <a:gd name="connsiteX1" fmla="*/ 112967 w 179927"/>
                  <a:gd name="connsiteY1" fmla="*/ 4695 h 250058"/>
                  <a:gd name="connsiteX2" fmla="*/ 52102 w 179927"/>
                  <a:gd name="connsiteY2" fmla="*/ 4695 h 250058"/>
                  <a:gd name="connsiteX3" fmla="*/ 0 w 179927"/>
                  <a:gd name="connsiteY3" fmla="*/ 250059 h 250058"/>
                  <a:gd name="connsiteX4" fmla="*/ 64198 w 179927"/>
                  <a:gd name="connsiteY4" fmla="*/ 250059 h 250058"/>
                  <a:gd name="connsiteX5" fmla="*/ 92869 w 179927"/>
                  <a:gd name="connsiteY5" fmla="*/ 115661 h 250058"/>
                  <a:gd name="connsiteX6" fmla="*/ 167926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1" y="33651"/>
                    </a:moveTo>
                    <a:cubicBezTo>
                      <a:pt x="106871" y="33651"/>
                      <a:pt x="111823" y="10315"/>
                      <a:pt x="112967" y="4695"/>
                    </a:cubicBezTo>
                    <a:lnTo>
                      <a:pt x="52102" y="4695"/>
                    </a:lnTo>
                    <a:cubicBezTo>
                      <a:pt x="51244" y="9172"/>
                      <a:pt x="1333" y="243391"/>
                      <a:pt x="0" y="250059"/>
                    </a:cubicBezTo>
                    <a:lnTo>
                      <a:pt x="64198" y="250059"/>
                    </a:lnTo>
                    <a:cubicBezTo>
                      <a:pt x="65151" y="245773"/>
                      <a:pt x="92869" y="115661"/>
                      <a:pt x="92869" y="115661"/>
                    </a:cubicBezTo>
                    <a:cubicBezTo>
                      <a:pt x="97726" y="92230"/>
                      <a:pt x="105918" y="53653"/>
                      <a:pt x="167926" y="56606"/>
                    </a:cubicBezTo>
                    <a:cubicBezTo>
                      <a:pt x="168783" y="52510"/>
                      <a:pt x="178594" y="6600"/>
                      <a:pt x="179927" y="28"/>
                    </a:cubicBezTo>
                    <a:cubicBezTo>
                      <a:pt x="139827" y="-1115"/>
                      <a:pt x="106680" y="33651"/>
                      <a:pt x="106680" y="33651"/>
                    </a:cubicBezTo>
                    <a:close/>
                  </a:path>
                </a:pathLst>
              </a:custGeom>
              <a:solidFill>
                <a:srgbClr val="1D2247"/>
              </a:solidFill>
              <a:ln w="9525" cap="flat">
                <a:noFill/>
                <a:prstDash val="solid"/>
                <a:miter/>
              </a:ln>
            </p:spPr>
            <p:txBody>
              <a:bodyPr rtlCol="0" anchor="ctr"/>
              <a:lstStyle/>
              <a:p>
                <a:endParaRPr lang="en-IN"/>
              </a:p>
            </p:txBody>
          </p:sp>
          <p:sp>
            <p:nvSpPr>
              <p:cNvPr id="22" name="Freeform: Shape 21">
                <a:extLst>
                  <a:ext uri="{FF2B5EF4-FFF2-40B4-BE49-F238E27FC236}">
                    <a16:creationId xmlns:a16="http://schemas.microsoft.com/office/drawing/2014/main" id="{8521CB82-E9CC-C573-337F-75672CCEF20E}"/>
                  </a:ext>
                </a:extLst>
              </p:cNvPr>
              <p:cNvSpPr/>
              <p:nvPr/>
            </p:nvSpPr>
            <p:spPr>
              <a:xfrm>
                <a:off x="14647224" y="1001708"/>
                <a:ext cx="216934" cy="255174"/>
              </a:xfrm>
              <a:custGeom>
                <a:avLst/>
                <a:gdLst>
                  <a:gd name="connsiteX0" fmla="*/ 8433 w 216934"/>
                  <a:gd name="connsiteY0" fmla="*/ 124968 h 255174"/>
                  <a:gd name="connsiteX1" fmla="*/ 8433 w 216934"/>
                  <a:gd name="connsiteY1" fmla="*/ 124968 h 255174"/>
                  <a:gd name="connsiteX2" fmla="*/ 12719 w 216934"/>
                  <a:gd name="connsiteY2" fmla="*/ 232791 h 255174"/>
                  <a:gd name="connsiteX3" fmla="*/ 79775 w 216934"/>
                  <a:gd name="connsiteY3" fmla="*/ 255175 h 255174"/>
                  <a:gd name="connsiteX4" fmla="*/ 199028 w 216934"/>
                  <a:gd name="connsiteY4" fmla="*/ 163449 h 255174"/>
                  <a:gd name="connsiteX5" fmla="*/ 134734 w 216934"/>
                  <a:gd name="connsiteY5" fmla="*/ 163449 h 255174"/>
                  <a:gd name="connsiteX6" fmla="*/ 89205 w 216934"/>
                  <a:gd name="connsiteY6" fmla="*/ 216217 h 255174"/>
                  <a:gd name="connsiteX7" fmla="*/ 69297 w 216934"/>
                  <a:gd name="connsiteY7" fmla="*/ 208979 h 255174"/>
                  <a:gd name="connsiteX8" fmla="*/ 73774 w 216934"/>
                  <a:gd name="connsiteY8" fmla="*/ 119825 h 255174"/>
                  <a:gd name="connsiteX9" fmla="*/ 125685 w 216934"/>
                  <a:gd name="connsiteY9" fmla="*/ 38957 h 255174"/>
                  <a:gd name="connsiteX10" fmla="*/ 146926 w 216934"/>
                  <a:gd name="connsiteY10" fmla="*/ 46863 h 255174"/>
                  <a:gd name="connsiteX11" fmla="*/ 152355 w 216934"/>
                  <a:gd name="connsiteY11" fmla="*/ 66675 h 255174"/>
                  <a:gd name="connsiteX12" fmla="*/ 149784 w 216934"/>
                  <a:gd name="connsiteY12" fmla="*/ 88773 h 255174"/>
                  <a:gd name="connsiteX13" fmla="*/ 213887 w 216934"/>
                  <a:gd name="connsiteY13" fmla="*/ 88773 h 255174"/>
                  <a:gd name="connsiteX14" fmla="*/ 216935 w 216934"/>
                  <a:gd name="connsiteY14" fmla="*/ 63151 h 255174"/>
                  <a:gd name="connsiteX15" fmla="*/ 204838 w 216934"/>
                  <a:gd name="connsiteY15" fmla="*/ 23622 h 255174"/>
                  <a:gd name="connsiteX16" fmla="*/ 135020 w 216934"/>
                  <a:gd name="connsiteY16" fmla="*/ 0 h 255174"/>
                  <a:gd name="connsiteX17" fmla="*/ 8337 w 216934"/>
                  <a:gd name="connsiteY17" fmla="*/ 124873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934" h="255174">
                    <a:moveTo>
                      <a:pt x="8433" y="124968"/>
                    </a:moveTo>
                    <a:lnTo>
                      <a:pt x="8433" y="124968"/>
                    </a:lnTo>
                    <a:cubicBezTo>
                      <a:pt x="-1854" y="173736"/>
                      <a:pt x="-5188" y="210788"/>
                      <a:pt x="12719" y="232791"/>
                    </a:cubicBezTo>
                    <a:cubicBezTo>
                      <a:pt x="24816" y="247936"/>
                      <a:pt x="46914" y="255175"/>
                      <a:pt x="79775" y="255175"/>
                    </a:cubicBezTo>
                    <a:cubicBezTo>
                      <a:pt x="145783" y="255175"/>
                      <a:pt x="184645" y="225171"/>
                      <a:pt x="199028" y="163449"/>
                    </a:cubicBezTo>
                    <a:lnTo>
                      <a:pt x="134734" y="163449"/>
                    </a:lnTo>
                    <a:cubicBezTo>
                      <a:pt x="127114" y="197358"/>
                      <a:pt x="110922" y="216217"/>
                      <a:pt x="89205" y="216217"/>
                    </a:cubicBezTo>
                    <a:cubicBezTo>
                      <a:pt x="79394" y="216217"/>
                      <a:pt x="73298" y="214027"/>
                      <a:pt x="69297" y="208979"/>
                    </a:cubicBezTo>
                    <a:cubicBezTo>
                      <a:pt x="60630" y="198406"/>
                      <a:pt x="61773" y="176022"/>
                      <a:pt x="73774" y="119825"/>
                    </a:cubicBezTo>
                    <a:cubicBezTo>
                      <a:pt x="84442" y="69723"/>
                      <a:pt x="92729" y="38957"/>
                      <a:pt x="125685" y="38957"/>
                    </a:cubicBezTo>
                    <a:cubicBezTo>
                      <a:pt x="135591" y="38957"/>
                      <a:pt x="142735" y="41624"/>
                      <a:pt x="146926" y="46863"/>
                    </a:cubicBezTo>
                    <a:cubicBezTo>
                      <a:pt x="150641" y="51435"/>
                      <a:pt x="152355" y="57722"/>
                      <a:pt x="152355" y="66675"/>
                    </a:cubicBezTo>
                    <a:cubicBezTo>
                      <a:pt x="152355" y="72676"/>
                      <a:pt x="151403" y="80105"/>
                      <a:pt x="149784" y="88773"/>
                    </a:cubicBezTo>
                    <a:lnTo>
                      <a:pt x="213887" y="88773"/>
                    </a:lnTo>
                    <a:cubicBezTo>
                      <a:pt x="215697" y="79534"/>
                      <a:pt x="216935" y="70771"/>
                      <a:pt x="216935" y="63151"/>
                    </a:cubicBezTo>
                    <a:cubicBezTo>
                      <a:pt x="216935" y="46768"/>
                      <a:pt x="212934" y="33623"/>
                      <a:pt x="204838" y="23622"/>
                    </a:cubicBezTo>
                    <a:cubicBezTo>
                      <a:pt x="192075" y="7906"/>
                      <a:pt x="168643" y="0"/>
                      <a:pt x="135020" y="0"/>
                    </a:cubicBezTo>
                    <a:cubicBezTo>
                      <a:pt x="42627" y="0"/>
                      <a:pt x="22434" y="59055"/>
                      <a:pt x="8337" y="124873"/>
                    </a:cubicBezTo>
                    <a:close/>
                  </a:path>
                </a:pathLst>
              </a:custGeom>
              <a:solidFill>
                <a:srgbClr val="1D2247"/>
              </a:solidFill>
              <a:ln w="9525" cap="flat">
                <a:noFill/>
                <a:prstDash val="solid"/>
                <a:miter/>
              </a:ln>
            </p:spPr>
            <p:txBody>
              <a:bodyPr rtlCol="0" anchor="ctr"/>
              <a:lstStyle/>
              <a:p>
                <a:endParaRPr lang="en-IN"/>
              </a:p>
            </p:txBody>
          </p:sp>
          <p:sp>
            <p:nvSpPr>
              <p:cNvPr id="23" name="Freeform: Shape 22">
                <a:extLst>
                  <a:ext uri="{FF2B5EF4-FFF2-40B4-BE49-F238E27FC236}">
                    <a16:creationId xmlns:a16="http://schemas.microsoft.com/office/drawing/2014/main" id="{13091CE3-2732-386A-5169-C5FF20BADC77}"/>
                  </a:ext>
                </a:extLst>
              </p:cNvPr>
              <p:cNvSpPr/>
              <p:nvPr/>
            </p:nvSpPr>
            <p:spPr>
              <a:xfrm>
                <a:off x="14868655" y="1001803"/>
                <a:ext cx="215531" cy="255079"/>
              </a:xfrm>
              <a:custGeom>
                <a:avLst/>
                <a:gdLst>
                  <a:gd name="connsiteX0" fmla="*/ 215531 w 215531"/>
                  <a:gd name="connsiteY0" fmla="*/ 67913 h 255079"/>
                  <a:gd name="connsiteX1" fmla="*/ 203244 w 215531"/>
                  <a:gd name="connsiteY1" fmla="*/ 23336 h 255079"/>
                  <a:gd name="connsiteX2" fmla="*/ 135140 w 215531"/>
                  <a:gd name="connsiteY2" fmla="*/ 0 h 255079"/>
                  <a:gd name="connsiteX3" fmla="*/ 8553 w 215531"/>
                  <a:gd name="connsiteY3" fmla="*/ 124873 h 255079"/>
                  <a:gd name="connsiteX4" fmla="*/ 12744 w 215531"/>
                  <a:gd name="connsiteY4" fmla="*/ 232696 h 255079"/>
                  <a:gd name="connsiteX5" fmla="*/ 79705 w 215531"/>
                  <a:gd name="connsiteY5" fmla="*/ 255080 h 255079"/>
                  <a:gd name="connsiteX6" fmla="*/ 157143 w 215531"/>
                  <a:gd name="connsiteY6" fmla="*/ 231362 h 255079"/>
                  <a:gd name="connsiteX7" fmla="*/ 195624 w 215531"/>
                  <a:gd name="connsiteY7" fmla="*/ 171355 h 255079"/>
                  <a:gd name="connsiteX8" fmla="*/ 130568 w 215531"/>
                  <a:gd name="connsiteY8" fmla="*/ 171355 h 255079"/>
                  <a:gd name="connsiteX9" fmla="*/ 89135 w 215531"/>
                  <a:gd name="connsiteY9" fmla="*/ 216122 h 255079"/>
                  <a:gd name="connsiteX10" fmla="*/ 71037 w 215531"/>
                  <a:gd name="connsiteY10" fmla="*/ 208312 h 255079"/>
                  <a:gd name="connsiteX11" fmla="*/ 64179 w 215531"/>
                  <a:gd name="connsiteY11" fmla="*/ 182309 h 255079"/>
                  <a:gd name="connsiteX12" fmla="*/ 70370 w 215531"/>
                  <a:gd name="connsiteY12" fmla="*/ 138112 h 255079"/>
                  <a:gd name="connsiteX13" fmla="*/ 204578 w 215531"/>
                  <a:gd name="connsiteY13" fmla="*/ 138112 h 255079"/>
                  <a:gd name="connsiteX14" fmla="*/ 205149 w 215531"/>
                  <a:gd name="connsiteY14" fmla="*/ 135827 h 255079"/>
                  <a:gd name="connsiteX15" fmla="*/ 215531 w 215531"/>
                  <a:gd name="connsiteY15" fmla="*/ 67818 h 255079"/>
                  <a:gd name="connsiteX16" fmla="*/ 79038 w 215531"/>
                  <a:gd name="connsiteY16" fmla="*/ 97822 h 255079"/>
                  <a:gd name="connsiteX17" fmla="*/ 125901 w 215531"/>
                  <a:gd name="connsiteY17" fmla="*/ 37433 h 255079"/>
                  <a:gd name="connsiteX18" fmla="*/ 147618 w 215531"/>
                  <a:gd name="connsiteY18" fmla="*/ 45910 h 255079"/>
                  <a:gd name="connsiteX19" fmla="*/ 148952 w 215531"/>
                  <a:gd name="connsiteY19" fmla="*/ 97917 h 255079"/>
                  <a:gd name="connsiteX20" fmla="*/ 147999 w 215531"/>
                  <a:gd name="connsiteY20" fmla="*/ 102203 h 255079"/>
                  <a:gd name="connsiteX21" fmla="*/ 77990 w 215531"/>
                  <a:gd name="connsiteY21" fmla="*/ 102203 h 255079"/>
                  <a:gd name="connsiteX22" fmla="*/ 78943 w 215531"/>
                  <a:gd name="connsiteY22" fmla="*/ 97727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5531" h="255079">
                    <a:moveTo>
                      <a:pt x="215531" y="67913"/>
                    </a:moveTo>
                    <a:cubicBezTo>
                      <a:pt x="215531" y="50102"/>
                      <a:pt x="212197" y="34766"/>
                      <a:pt x="203244" y="23336"/>
                    </a:cubicBezTo>
                    <a:cubicBezTo>
                      <a:pt x="190862" y="7620"/>
                      <a:pt x="168573" y="0"/>
                      <a:pt x="135140" y="0"/>
                    </a:cubicBezTo>
                    <a:cubicBezTo>
                      <a:pt x="42653" y="0"/>
                      <a:pt x="22460" y="59055"/>
                      <a:pt x="8553" y="124873"/>
                    </a:cubicBezTo>
                    <a:cubicBezTo>
                      <a:pt x="-2020" y="173641"/>
                      <a:pt x="-5068" y="210693"/>
                      <a:pt x="12744" y="232696"/>
                    </a:cubicBezTo>
                    <a:cubicBezTo>
                      <a:pt x="25031" y="247840"/>
                      <a:pt x="46939" y="255080"/>
                      <a:pt x="79705" y="255080"/>
                    </a:cubicBezTo>
                    <a:cubicBezTo>
                      <a:pt x="110375" y="255080"/>
                      <a:pt x="137236" y="246888"/>
                      <a:pt x="157143" y="231362"/>
                    </a:cubicBezTo>
                    <a:cubicBezTo>
                      <a:pt x="175812" y="217170"/>
                      <a:pt x="188671" y="196882"/>
                      <a:pt x="195624" y="171355"/>
                    </a:cubicBezTo>
                    <a:lnTo>
                      <a:pt x="130568" y="171355"/>
                    </a:lnTo>
                    <a:cubicBezTo>
                      <a:pt x="123615" y="200882"/>
                      <a:pt x="109899" y="216122"/>
                      <a:pt x="89135" y="216122"/>
                    </a:cubicBezTo>
                    <a:cubicBezTo>
                      <a:pt x="81324" y="216122"/>
                      <a:pt x="75323" y="213551"/>
                      <a:pt x="71037" y="208312"/>
                    </a:cubicBezTo>
                    <a:cubicBezTo>
                      <a:pt x="66084" y="202120"/>
                      <a:pt x="64179" y="192977"/>
                      <a:pt x="64179" y="182309"/>
                    </a:cubicBezTo>
                    <a:cubicBezTo>
                      <a:pt x="64179" y="168783"/>
                      <a:pt x="67227" y="152972"/>
                      <a:pt x="70370" y="138112"/>
                    </a:cubicBezTo>
                    <a:lnTo>
                      <a:pt x="204578" y="138112"/>
                    </a:lnTo>
                    <a:lnTo>
                      <a:pt x="205149" y="135827"/>
                    </a:lnTo>
                    <a:cubicBezTo>
                      <a:pt x="210769" y="112109"/>
                      <a:pt x="215531" y="88392"/>
                      <a:pt x="215531" y="67818"/>
                    </a:cubicBezTo>
                    <a:close/>
                    <a:moveTo>
                      <a:pt x="79038" y="97822"/>
                    </a:moveTo>
                    <a:cubicBezTo>
                      <a:pt x="83610" y="76771"/>
                      <a:pt x="91802" y="37433"/>
                      <a:pt x="125901" y="37433"/>
                    </a:cubicBezTo>
                    <a:cubicBezTo>
                      <a:pt x="135712" y="37433"/>
                      <a:pt x="143046" y="40291"/>
                      <a:pt x="147618" y="45910"/>
                    </a:cubicBezTo>
                    <a:cubicBezTo>
                      <a:pt x="157429" y="58102"/>
                      <a:pt x="152762" y="80296"/>
                      <a:pt x="148952" y="97917"/>
                    </a:cubicBezTo>
                    <a:lnTo>
                      <a:pt x="147999" y="102203"/>
                    </a:lnTo>
                    <a:lnTo>
                      <a:pt x="77990" y="102203"/>
                    </a:lnTo>
                    <a:lnTo>
                      <a:pt x="78943" y="97727"/>
                    </a:lnTo>
                    <a:close/>
                  </a:path>
                </a:pathLst>
              </a:custGeom>
              <a:solidFill>
                <a:srgbClr val="1D2247"/>
              </a:solidFill>
              <a:ln w="9525" cap="flat">
                <a:noFill/>
                <a:prstDash val="solid"/>
                <a:miter/>
              </a:ln>
            </p:spPr>
            <p:txBody>
              <a:bodyPr rtlCol="0" anchor="ctr"/>
              <a:lstStyle/>
              <a:p>
                <a:endParaRPr lang="en-IN"/>
              </a:p>
            </p:txBody>
          </p:sp>
        </p:grpSp>
        <p:grpSp>
          <p:nvGrpSpPr>
            <p:cNvPr id="9" name="Graphic 48">
              <a:extLst>
                <a:ext uri="{FF2B5EF4-FFF2-40B4-BE49-F238E27FC236}">
                  <a16:creationId xmlns:a16="http://schemas.microsoft.com/office/drawing/2014/main" id="{F6A3CF46-E5FF-12AD-4922-59B69D1786FA}"/>
                </a:ext>
              </a:extLst>
            </p:cNvPr>
            <p:cNvGrpSpPr/>
            <p:nvPr/>
          </p:nvGrpSpPr>
          <p:grpSpPr>
            <a:xfrm>
              <a:off x="15103999" y="1010566"/>
              <a:ext cx="48577" cy="48577"/>
              <a:chOff x="15103999" y="1010566"/>
              <a:chExt cx="48577" cy="48577"/>
            </a:xfrm>
            <a:solidFill>
              <a:srgbClr val="1D2247"/>
            </a:solidFill>
          </p:grpSpPr>
          <p:sp>
            <p:nvSpPr>
              <p:cNvPr id="10" name="Freeform: Shape 9">
                <a:extLst>
                  <a:ext uri="{FF2B5EF4-FFF2-40B4-BE49-F238E27FC236}">
                    <a16:creationId xmlns:a16="http://schemas.microsoft.com/office/drawing/2014/main" id="{87596671-11A7-4A46-282D-840E93DCC1F3}"/>
                  </a:ext>
                </a:extLst>
              </p:cNvPr>
              <p:cNvSpPr/>
              <p:nvPr/>
            </p:nvSpPr>
            <p:spPr>
              <a:xfrm>
                <a:off x="15121430" y="1021996"/>
                <a:ext cx="17621" cy="25145"/>
              </a:xfrm>
              <a:custGeom>
                <a:avLst/>
                <a:gdLst>
                  <a:gd name="connsiteX0" fmla="*/ 13716 w 17621"/>
                  <a:gd name="connsiteY0" fmla="*/ 25051 h 25145"/>
                  <a:gd name="connsiteX1" fmla="*/ 7048 w 17621"/>
                  <a:gd name="connsiteY1" fmla="*/ 14383 h 25145"/>
                  <a:gd name="connsiteX2" fmla="*/ 3334 w 17621"/>
                  <a:gd name="connsiteY2" fmla="*/ 14288 h 25145"/>
                  <a:gd name="connsiteX3" fmla="*/ 3334 w 17621"/>
                  <a:gd name="connsiteY3" fmla="*/ 25146 h 25145"/>
                  <a:gd name="connsiteX4" fmla="*/ 0 w 17621"/>
                  <a:gd name="connsiteY4" fmla="*/ 25146 h 25145"/>
                  <a:gd name="connsiteX5" fmla="*/ 0 w 17621"/>
                  <a:gd name="connsiteY5" fmla="*/ 190 h 25145"/>
                  <a:gd name="connsiteX6" fmla="*/ 2667 w 17621"/>
                  <a:gd name="connsiteY6" fmla="*/ 0 h 25145"/>
                  <a:gd name="connsiteX7" fmla="*/ 6191 w 17621"/>
                  <a:gd name="connsiteY7" fmla="*/ 0 h 25145"/>
                  <a:gd name="connsiteX8" fmla="*/ 15240 w 17621"/>
                  <a:gd name="connsiteY8" fmla="*/ 7144 h 25145"/>
                  <a:gd name="connsiteX9" fmla="*/ 13811 w 17621"/>
                  <a:gd name="connsiteY9" fmla="*/ 11335 h 25145"/>
                  <a:gd name="connsiteX10" fmla="*/ 10382 w 17621"/>
                  <a:gd name="connsiteY10" fmla="*/ 13621 h 25145"/>
                  <a:gd name="connsiteX11" fmla="*/ 17621 w 17621"/>
                  <a:gd name="connsiteY11" fmla="*/ 25051 h 25145"/>
                  <a:gd name="connsiteX12" fmla="*/ 13716 w 17621"/>
                  <a:gd name="connsiteY12" fmla="*/ 25051 h 25145"/>
                  <a:gd name="connsiteX13" fmla="*/ 3429 w 17621"/>
                  <a:gd name="connsiteY13" fmla="*/ 3143 h 25145"/>
                  <a:gd name="connsiteX14" fmla="*/ 3429 w 17621"/>
                  <a:gd name="connsiteY14" fmla="*/ 11240 h 25145"/>
                  <a:gd name="connsiteX15" fmla="*/ 5810 w 17621"/>
                  <a:gd name="connsiteY15" fmla="*/ 11430 h 25145"/>
                  <a:gd name="connsiteX16" fmla="*/ 10382 w 17621"/>
                  <a:gd name="connsiteY16" fmla="*/ 10477 h 25145"/>
                  <a:gd name="connsiteX17" fmla="*/ 11716 w 17621"/>
                  <a:gd name="connsiteY17" fmla="*/ 6953 h 25145"/>
                  <a:gd name="connsiteX18" fmla="*/ 10287 w 17621"/>
                  <a:gd name="connsiteY18" fmla="*/ 3905 h 25145"/>
                  <a:gd name="connsiteX19" fmla="*/ 5524 w 17621"/>
                  <a:gd name="connsiteY19" fmla="*/ 3048 h 25145"/>
                  <a:gd name="connsiteX20" fmla="*/ 3429 w 17621"/>
                  <a:gd name="connsiteY20" fmla="*/ 3238 h 25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21" h="25145">
                    <a:moveTo>
                      <a:pt x="13716" y="25051"/>
                    </a:moveTo>
                    <a:lnTo>
                      <a:pt x="7048" y="14383"/>
                    </a:lnTo>
                    <a:cubicBezTo>
                      <a:pt x="6287" y="14383"/>
                      <a:pt x="5048" y="14383"/>
                      <a:pt x="3334" y="14288"/>
                    </a:cubicBezTo>
                    <a:lnTo>
                      <a:pt x="3334" y="25146"/>
                    </a:lnTo>
                    <a:lnTo>
                      <a:pt x="0" y="25146"/>
                    </a:lnTo>
                    <a:lnTo>
                      <a:pt x="0" y="190"/>
                    </a:lnTo>
                    <a:cubicBezTo>
                      <a:pt x="0" y="190"/>
                      <a:pt x="1048" y="190"/>
                      <a:pt x="2667" y="0"/>
                    </a:cubicBezTo>
                    <a:cubicBezTo>
                      <a:pt x="4286" y="0"/>
                      <a:pt x="5524" y="0"/>
                      <a:pt x="6191" y="0"/>
                    </a:cubicBezTo>
                    <a:cubicBezTo>
                      <a:pt x="12287" y="0"/>
                      <a:pt x="15240" y="2381"/>
                      <a:pt x="15240" y="7144"/>
                    </a:cubicBezTo>
                    <a:cubicBezTo>
                      <a:pt x="15240" y="8668"/>
                      <a:pt x="14764" y="10096"/>
                      <a:pt x="13811" y="11335"/>
                    </a:cubicBezTo>
                    <a:cubicBezTo>
                      <a:pt x="12859" y="12573"/>
                      <a:pt x="11621" y="13335"/>
                      <a:pt x="10382" y="13621"/>
                    </a:cubicBezTo>
                    <a:lnTo>
                      <a:pt x="17621" y="25051"/>
                    </a:lnTo>
                    <a:lnTo>
                      <a:pt x="13716" y="25051"/>
                    </a:lnTo>
                    <a:close/>
                    <a:moveTo>
                      <a:pt x="3429" y="3143"/>
                    </a:moveTo>
                    <a:lnTo>
                      <a:pt x="3429" y="11240"/>
                    </a:lnTo>
                    <a:cubicBezTo>
                      <a:pt x="4286" y="11335"/>
                      <a:pt x="5144" y="11430"/>
                      <a:pt x="5810" y="11430"/>
                    </a:cubicBezTo>
                    <a:cubicBezTo>
                      <a:pt x="7906" y="11430"/>
                      <a:pt x="9335" y="11049"/>
                      <a:pt x="10382" y="10477"/>
                    </a:cubicBezTo>
                    <a:cubicBezTo>
                      <a:pt x="11239" y="9811"/>
                      <a:pt x="11716" y="8668"/>
                      <a:pt x="11716" y="6953"/>
                    </a:cubicBezTo>
                    <a:cubicBezTo>
                      <a:pt x="11716" y="5524"/>
                      <a:pt x="11239" y="4572"/>
                      <a:pt x="10287" y="3905"/>
                    </a:cubicBezTo>
                    <a:cubicBezTo>
                      <a:pt x="9335" y="3238"/>
                      <a:pt x="7715" y="3048"/>
                      <a:pt x="5524" y="3048"/>
                    </a:cubicBezTo>
                    <a:cubicBezTo>
                      <a:pt x="5144" y="3048"/>
                      <a:pt x="4477" y="3048"/>
                      <a:pt x="3429" y="3238"/>
                    </a:cubicBezTo>
                    <a:close/>
                  </a:path>
                </a:pathLst>
              </a:custGeom>
              <a:solidFill>
                <a:srgbClr val="1D2247"/>
              </a:solidFill>
              <a:ln w="9525" cap="flat">
                <a:noFill/>
                <a:prstDash val="solid"/>
                <a:miter/>
              </a:ln>
            </p:spPr>
            <p:txBody>
              <a:bodyPr rtlCol="0" anchor="ctr"/>
              <a:lstStyle/>
              <a:p>
                <a:endParaRPr lang="en-IN"/>
              </a:p>
            </p:txBody>
          </p:sp>
          <p:sp>
            <p:nvSpPr>
              <p:cNvPr id="11" name="Freeform: Shape 10">
                <a:extLst>
                  <a:ext uri="{FF2B5EF4-FFF2-40B4-BE49-F238E27FC236}">
                    <a16:creationId xmlns:a16="http://schemas.microsoft.com/office/drawing/2014/main" id="{49F664B1-40DA-DA9E-2F99-6703CE28FD8E}"/>
                  </a:ext>
                </a:extLst>
              </p:cNvPr>
              <p:cNvSpPr/>
              <p:nvPr/>
            </p:nvSpPr>
            <p:spPr>
              <a:xfrm>
                <a:off x="15103999" y="1010566"/>
                <a:ext cx="48577" cy="48577"/>
              </a:xfrm>
              <a:custGeom>
                <a:avLst/>
                <a:gdLst>
                  <a:gd name="connsiteX0" fmla="*/ 0 w 48577"/>
                  <a:gd name="connsiteY0" fmla="*/ 24289 h 48577"/>
                  <a:gd name="connsiteX1" fmla="*/ 24289 w 48577"/>
                  <a:gd name="connsiteY1" fmla="*/ 0 h 48577"/>
                  <a:gd name="connsiteX2" fmla="*/ 24289 w 48577"/>
                  <a:gd name="connsiteY2" fmla="*/ 0 h 48577"/>
                  <a:gd name="connsiteX3" fmla="*/ 48577 w 48577"/>
                  <a:gd name="connsiteY3" fmla="*/ 24289 h 48577"/>
                  <a:gd name="connsiteX4" fmla="*/ 48577 w 48577"/>
                  <a:gd name="connsiteY4" fmla="*/ 24289 h 48577"/>
                  <a:gd name="connsiteX5" fmla="*/ 24289 w 48577"/>
                  <a:gd name="connsiteY5" fmla="*/ 48577 h 48577"/>
                  <a:gd name="connsiteX6" fmla="*/ 24289 w 48577"/>
                  <a:gd name="connsiteY6" fmla="*/ 48577 h 48577"/>
                  <a:gd name="connsiteX7" fmla="*/ 0 w 48577"/>
                  <a:gd name="connsiteY7" fmla="*/ 24289 h 48577"/>
                  <a:gd name="connsiteX8" fmla="*/ 0 w 48577"/>
                  <a:gd name="connsiteY8" fmla="*/ 24289 h 48577"/>
                  <a:gd name="connsiteX9" fmla="*/ 2096 w 48577"/>
                  <a:gd name="connsiteY9" fmla="*/ 24289 h 48577"/>
                  <a:gd name="connsiteX10" fmla="*/ 24289 w 48577"/>
                  <a:gd name="connsiteY10" fmla="*/ 46482 h 48577"/>
                  <a:gd name="connsiteX11" fmla="*/ 24289 w 48577"/>
                  <a:gd name="connsiteY11" fmla="*/ 46482 h 48577"/>
                  <a:gd name="connsiteX12" fmla="*/ 46577 w 48577"/>
                  <a:gd name="connsiteY12" fmla="*/ 24289 h 48577"/>
                  <a:gd name="connsiteX13" fmla="*/ 46577 w 48577"/>
                  <a:gd name="connsiteY13" fmla="*/ 24289 h 48577"/>
                  <a:gd name="connsiteX14" fmla="*/ 24289 w 48577"/>
                  <a:gd name="connsiteY14" fmla="*/ 2000 h 48577"/>
                  <a:gd name="connsiteX15" fmla="*/ 24289 w 48577"/>
                  <a:gd name="connsiteY15" fmla="*/ 2000 h 48577"/>
                  <a:gd name="connsiteX16" fmla="*/ 2096 w 48577"/>
                  <a:gd name="connsiteY16" fmla="*/ 24289 h 48577"/>
                  <a:gd name="connsiteX17" fmla="*/ 2096 w 48577"/>
                  <a:gd name="connsiteY17" fmla="*/ 24289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577" h="48577">
                    <a:moveTo>
                      <a:pt x="0" y="24289"/>
                    </a:moveTo>
                    <a:cubicBezTo>
                      <a:pt x="0" y="10858"/>
                      <a:pt x="10858" y="0"/>
                      <a:pt x="24289" y="0"/>
                    </a:cubicBezTo>
                    <a:lnTo>
                      <a:pt x="24289" y="0"/>
                    </a:lnTo>
                    <a:cubicBezTo>
                      <a:pt x="37719" y="0"/>
                      <a:pt x="48577" y="10858"/>
                      <a:pt x="48577" y="24289"/>
                    </a:cubicBezTo>
                    <a:lnTo>
                      <a:pt x="48577" y="24289"/>
                    </a:lnTo>
                    <a:cubicBezTo>
                      <a:pt x="48577" y="37624"/>
                      <a:pt x="37719" y="48577"/>
                      <a:pt x="24289" y="48577"/>
                    </a:cubicBezTo>
                    <a:lnTo>
                      <a:pt x="24289" y="48577"/>
                    </a:lnTo>
                    <a:cubicBezTo>
                      <a:pt x="10858" y="48577"/>
                      <a:pt x="0" y="37624"/>
                      <a:pt x="0" y="24289"/>
                    </a:cubicBezTo>
                    <a:lnTo>
                      <a:pt x="0" y="24289"/>
                    </a:lnTo>
                    <a:close/>
                    <a:moveTo>
                      <a:pt x="2096" y="24289"/>
                    </a:moveTo>
                    <a:cubicBezTo>
                      <a:pt x="2096" y="36481"/>
                      <a:pt x="12001" y="46482"/>
                      <a:pt x="24289" y="46482"/>
                    </a:cubicBezTo>
                    <a:lnTo>
                      <a:pt x="24289" y="46482"/>
                    </a:lnTo>
                    <a:cubicBezTo>
                      <a:pt x="36576" y="46482"/>
                      <a:pt x="46482" y="36481"/>
                      <a:pt x="46577" y="24289"/>
                    </a:cubicBezTo>
                    <a:lnTo>
                      <a:pt x="46577" y="24289"/>
                    </a:lnTo>
                    <a:cubicBezTo>
                      <a:pt x="46577" y="12002"/>
                      <a:pt x="36671" y="2000"/>
                      <a:pt x="24289" y="2000"/>
                    </a:cubicBezTo>
                    <a:lnTo>
                      <a:pt x="24289" y="2000"/>
                    </a:lnTo>
                    <a:cubicBezTo>
                      <a:pt x="12001" y="2000"/>
                      <a:pt x="2096" y="12002"/>
                      <a:pt x="2096" y="24289"/>
                    </a:cubicBezTo>
                    <a:lnTo>
                      <a:pt x="2096" y="24289"/>
                    </a:lnTo>
                    <a:close/>
                  </a:path>
                </a:pathLst>
              </a:custGeom>
              <a:solidFill>
                <a:srgbClr val="1D2247"/>
              </a:solidFill>
              <a:ln w="9525"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19855634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parator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301B140-EB04-82A3-1FD2-7ABC9C3DFA20}"/>
              </a:ext>
            </a:extLst>
          </p:cNvPr>
          <p:cNvSpPr>
            <a:spLocks noGrp="1"/>
          </p:cNvSpPr>
          <p:nvPr>
            <p:ph type="pic" sz="quarter" idx="10"/>
          </p:nvPr>
        </p:nvSpPr>
        <p:spPr>
          <a:xfrm>
            <a:off x="4071938" y="0"/>
            <a:ext cx="8120062" cy="6858000"/>
          </a:xfrm>
          <a:solidFill>
            <a:schemeClr val="bg1">
              <a:lumMod val="95000"/>
            </a:schemeClr>
          </a:solidFill>
        </p:spPr>
        <p:txBody>
          <a:bodyPr>
            <a:normAutofit/>
          </a:bodyPr>
          <a:lstStyle>
            <a:lvl1pPr algn="ctr">
              <a:defRPr sz="2400">
                <a:solidFill>
                  <a:schemeClr val="bg1">
                    <a:lumMod val="75000"/>
                  </a:schemeClr>
                </a:solidFill>
              </a:defRPr>
            </a:lvl1pPr>
          </a:lstStyle>
          <a:p>
            <a:endParaRPr lang="en-IN"/>
          </a:p>
        </p:txBody>
      </p:sp>
      <p:sp>
        <p:nvSpPr>
          <p:cNvPr id="49" name="Title 1">
            <a:extLst>
              <a:ext uri="{FF2B5EF4-FFF2-40B4-BE49-F238E27FC236}">
                <a16:creationId xmlns:a16="http://schemas.microsoft.com/office/drawing/2014/main" id="{331C0D5B-9E26-74CC-9C98-41CF2B7AC3A7}"/>
              </a:ext>
            </a:extLst>
          </p:cNvPr>
          <p:cNvSpPr>
            <a:spLocks noGrp="1"/>
          </p:cNvSpPr>
          <p:nvPr>
            <p:ph type="title" hasCustomPrompt="1"/>
          </p:nvPr>
        </p:nvSpPr>
        <p:spPr>
          <a:xfrm>
            <a:off x="505202" y="1978147"/>
            <a:ext cx="5764969" cy="2244185"/>
          </a:xfrm>
        </p:spPr>
        <p:txBody>
          <a:bodyPr>
            <a:noAutofit/>
          </a:bodyPr>
          <a:lstStyle>
            <a:lvl1pPr>
              <a:defRPr sz="6000" b="0">
                <a:solidFill>
                  <a:schemeClr val="bg1"/>
                </a:solidFill>
                <a:latin typeface="Franklin Gothic Medium Cond" panose="020B0606030402020204" pitchFamily="34" charset="0"/>
              </a:defRPr>
            </a:lvl1pPr>
          </a:lstStyle>
          <a:p>
            <a:r>
              <a:rPr lang="en-GB" dirty="0"/>
              <a:t>Separator slide</a:t>
            </a:r>
            <a:br>
              <a:rPr lang="en-GB" dirty="0"/>
            </a:br>
            <a:r>
              <a:rPr lang="en-GB" dirty="0"/>
              <a:t>goes here</a:t>
            </a:r>
            <a:endParaRPr lang="en-US" dirty="0"/>
          </a:p>
        </p:txBody>
      </p:sp>
    </p:spTree>
    <p:extLst>
      <p:ext uri="{BB962C8B-B14F-4D97-AF65-F5344CB8AC3E}">
        <p14:creationId xmlns:p14="http://schemas.microsoft.com/office/powerpoint/2010/main" val="3049196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33" name="Picture 32" descr="A person helping another person climb a rock&#10;&#10;Description automatically generated">
            <a:extLst>
              <a:ext uri="{FF2B5EF4-FFF2-40B4-BE49-F238E27FC236}">
                <a16:creationId xmlns:a16="http://schemas.microsoft.com/office/drawing/2014/main" id="{C4AFBDBA-9A71-C044-68A2-A758302CF4C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388049" y="0"/>
            <a:ext cx="10803951" cy="6858000"/>
          </a:xfrm>
          <a:prstGeom prst="rect">
            <a:avLst/>
          </a:prstGeom>
        </p:spPr>
      </p:pic>
      <p:sp>
        <p:nvSpPr>
          <p:cNvPr id="34" name="Rectangle 33">
            <a:extLst>
              <a:ext uri="{FF2B5EF4-FFF2-40B4-BE49-F238E27FC236}">
                <a16:creationId xmlns:a16="http://schemas.microsoft.com/office/drawing/2014/main" id="{9D5F0D39-972E-75C5-AF98-21A69E12C719}"/>
              </a:ext>
            </a:extLst>
          </p:cNvPr>
          <p:cNvSpPr/>
          <p:nvPr userDrawn="1"/>
        </p:nvSpPr>
        <p:spPr>
          <a:xfrm rot="10800000">
            <a:off x="7400260" y="0"/>
            <a:ext cx="4791740" cy="6858000"/>
          </a:xfrm>
          <a:prstGeom prst="rect">
            <a:avLst/>
          </a:prstGeom>
          <a:gradFill flip="none" rotWithShape="1">
            <a:gsLst>
              <a:gs pos="64000">
                <a:schemeClr val="accent1">
                  <a:alpha val="0"/>
                </a:schemeClr>
              </a:gs>
              <a:gs pos="100000">
                <a:schemeClr val="accent1"/>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500D7B2-7360-DF29-44C4-22DBD145B7DD}"/>
              </a:ext>
            </a:extLst>
          </p:cNvPr>
          <p:cNvSpPr/>
          <p:nvPr userDrawn="1"/>
        </p:nvSpPr>
        <p:spPr>
          <a:xfrm>
            <a:off x="0" y="0"/>
            <a:ext cx="12192000" cy="6858000"/>
          </a:xfrm>
          <a:prstGeom prst="rect">
            <a:avLst/>
          </a:prstGeom>
          <a:gradFill>
            <a:gsLst>
              <a:gs pos="46000">
                <a:srgbClr val="143490"/>
              </a:gs>
              <a:gs pos="0">
                <a:srgbClr val="1E2247"/>
              </a:gs>
              <a:gs pos="91000">
                <a:srgbClr val="2746C4">
                  <a:alpha val="0"/>
                </a:srgbClr>
              </a:gs>
            </a:gsLst>
            <a:lin ang="2154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0261061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295D00-C5C9-41F7-EFED-C933F8E75770}"/>
              </a:ext>
            </a:extLst>
          </p:cNvPr>
          <p:cNvSpPr>
            <a:spLocks noGrp="1"/>
          </p:cNvSpPr>
          <p:nvPr>
            <p:ph type="title"/>
          </p:nvPr>
        </p:nvSpPr>
        <p:spPr>
          <a:xfrm>
            <a:off x="583019" y="365125"/>
            <a:ext cx="10515600" cy="7087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B1EF93E2-B4A0-A7F3-5211-30A5D2C62B21}"/>
              </a:ext>
            </a:extLst>
          </p:cNvPr>
          <p:cNvSpPr>
            <a:spLocks noGrp="1"/>
          </p:cNvSpPr>
          <p:nvPr>
            <p:ph type="body" idx="1"/>
          </p:nvPr>
        </p:nvSpPr>
        <p:spPr>
          <a:xfrm>
            <a:off x="583019" y="1240835"/>
            <a:ext cx="10515600" cy="4872886"/>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508480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D4FF270A-3F26-887B-8922-69418D9B4D80}"/>
              </a:ext>
            </a:extLst>
          </p:cNvPr>
          <p:cNvGrpSpPr/>
          <p:nvPr/>
        </p:nvGrpSpPr>
        <p:grpSpPr>
          <a:xfrm>
            <a:off x="-3" y="0"/>
            <a:ext cx="12192002" cy="6858000"/>
            <a:chOff x="-4" y="-30052"/>
            <a:chExt cx="12623520" cy="6888051"/>
          </a:xfrm>
        </p:grpSpPr>
        <p:sp>
          <p:nvSpPr>
            <p:cNvPr id="20" name="Rectangle 19">
              <a:extLst>
                <a:ext uri="{FF2B5EF4-FFF2-40B4-BE49-F238E27FC236}">
                  <a16:creationId xmlns:a16="http://schemas.microsoft.com/office/drawing/2014/main" id="{723BFACC-8611-EFF5-1FF8-A7173E460CAB}"/>
                </a:ext>
              </a:extLst>
            </p:cNvPr>
            <p:cNvSpPr/>
            <p:nvPr/>
          </p:nvSpPr>
          <p:spPr>
            <a:xfrm>
              <a:off x="-1" y="-30052"/>
              <a:ext cx="12623517" cy="6888051"/>
            </a:xfrm>
            <a:prstGeom prst="rect">
              <a:avLst/>
            </a:prstGeom>
            <a:gradFill>
              <a:gsLst>
                <a:gs pos="5000">
                  <a:srgbClr val="1E2247"/>
                </a:gs>
                <a:gs pos="100000">
                  <a:srgbClr val="2746C4"/>
                </a:gs>
              </a:gsLst>
              <a:lin ang="198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FF"/>
                </a:solidFill>
                <a:effectLst/>
                <a:uLnTx/>
                <a:uFillTx/>
                <a:latin typeface="Franklin Gothic Book" panose="020B0503020102020204"/>
                <a:ea typeface="+mn-ea"/>
                <a:cs typeface="+mn-cs"/>
              </a:endParaRPr>
            </a:p>
          </p:txBody>
        </p:sp>
        <p:sp>
          <p:nvSpPr>
            <p:cNvPr id="21" name="Rectangle: Top Corners Rounded 20">
              <a:extLst>
                <a:ext uri="{FF2B5EF4-FFF2-40B4-BE49-F238E27FC236}">
                  <a16:creationId xmlns:a16="http://schemas.microsoft.com/office/drawing/2014/main" id="{94DD69C2-F792-54B7-7C03-C4F52E0EDA9F}"/>
                </a:ext>
              </a:extLst>
            </p:cNvPr>
            <p:cNvSpPr/>
            <p:nvPr/>
          </p:nvSpPr>
          <p:spPr>
            <a:xfrm rot="5400000">
              <a:off x="1661669" y="-472952"/>
              <a:ext cx="3722918" cy="7046263"/>
            </a:xfrm>
            <a:prstGeom prst="round2SameRect">
              <a:avLst>
                <a:gd name="adj1" fmla="val 3936"/>
                <a:gd name="adj2" fmla="val 0"/>
              </a:avLst>
            </a:prstGeom>
            <a:solidFill>
              <a:srgbClr val="1E2247"/>
            </a:solidFill>
            <a:ln>
              <a:noFill/>
            </a:ln>
            <a:effectLst>
              <a:outerShdw blurRad="1651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FFFFF"/>
                </a:solidFill>
                <a:effectLst/>
                <a:uLnTx/>
                <a:uFillTx/>
                <a:latin typeface="Franklin Gothic Book" panose="020B0503020102020204"/>
                <a:ea typeface="+mn-ea"/>
                <a:cs typeface="+mn-cs"/>
              </a:endParaRPr>
            </a:p>
          </p:txBody>
        </p:sp>
      </p:grpSp>
      <p:sp>
        <p:nvSpPr>
          <p:cNvPr id="11" name="TextBox 10">
            <a:extLst>
              <a:ext uri="{FF2B5EF4-FFF2-40B4-BE49-F238E27FC236}">
                <a16:creationId xmlns:a16="http://schemas.microsoft.com/office/drawing/2014/main" id="{C08EF893-695E-5B25-DBE0-7F339DF4CD50}"/>
              </a:ext>
            </a:extLst>
          </p:cNvPr>
          <p:cNvSpPr txBox="1"/>
          <p:nvPr/>
        </p:nvSpPr>
        <p:spPr>
          <a:xfrm>
            <a:off x="735279" y="1984628"/>
            <a:ext cx="5900652" cy="830997"/>
          </a:xfrm>
          <a:prstGeom prst="rect">
            <a:avLst/>
          </a:prstGeom>
          <a:noFill/>
          <a:ln>
            <a:noFill/>
          </a:ln>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IN" sz="6000" b="0" i="0" u="none" strike="noStrike" kern="1200" cap="none" spc="0" normalizeH="0" baseline="0" noProof="0" dirty="0">
                <a:ln>
                  <a:noFill/>
                </a:ln>
                <a:solidFill>
                  <a:srgbClr val="FFFFFF"/>
                </a:solidFill>
                <a:effectLst/>
                <a:uLnTx/>
                <a:uFillTx/>
                <a:latin typeface="Franklin Gothic Medium Cond" panose="020B0606030402020204" pitchFamily="34" charset="0"/>
                <a:ea typeface="+mn-ea"/>
                <a:cs typeface="Calibri" panose="020F0502020204030204" pitchFamily="34" charset="0"/>
              </a:rPr>
              <a:t>&lt;TITLE&gt;</a:t>
            </a:r>
          </a:p>
        </p:txBody>
      </p:sp>
      <p:sp>
        <p:nvSpPr>
          <p:cNvPr id="13" name="TextBox 12">
            <a:extLst>
              <a:ext uri="{FF2B5EF4-FFF2-40B4-BE49-F238E27FC236}">
                <a16:creationId xmlns:a16="http://schemas.microsoft.com/office/drawing/2014/main" id="{762A704C-B61B-BFF8-E84B-6ED977D4AE02}"/>
              </a:ext>
            </a:extLst>
          </p:cNvPr>
          <p:cNvSpPr txBox="1"/>
          <p:nvPr/>
        </p:nvSpPr>
        <p:spPr>
          <a:xfrm>
            <a:off x="735279" y="5208174"/>
            <a:ext cx="4027221" cy="707886"/>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6CB1DB"/>
                </a:solidFill>
                <a:effectLst/>
                <a:uLnTx/>
                <a:uFillTx/>
                <a:latin typeface="Arial" panose="020B0604020202020204" pitchFamily="34" charset="0"/>
                <a:ea typeface="+mn-ea"/>
                <a:cs typeface="Arial" panose="020B0604020202020204" pitchFamily="34" charset="0"/>
                <a:sym typeface="Calibri"/>
              </a:rPr>
              <a:t>Presenter 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Calibri"/>
              </a:rPr>
              <a:t>Designation Goes Here</a:t>
            </a:r>
            <a:endParaRPr kumimoji="0" lang="en-IN" sz="16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4" name="TextBox 13">
            <a:extLst>
              <a:ext uri="{FF2B5EF4-FFF2-40B4-BE49-F238E27FC236}">
                <a16:creationId xmlns:a16="http://schemas.microsoft.com/office/drawing/2014/main" id="{C7572AD2-1A5D-5732-9B05-9052720AB320}"/>
              </a:ext>
            </a:extLst>
          </p:cNvPr>
          <p:cNvSpPr txBox="1"/>
          <p:nvPr/>
        </p:nvSpPr>
        <p:spPr>
          <a:xfrm>
            <a:off x="735280" y="6236291"/>
            <a:ext cx="2722296" cy="369332"/>
          </a:xfrm>
          <a:prstGeom prst="rect">
            <a:avLst/>
          </a:prstGeom>
          <a:noFill/>
          <a:ln>
            <a:no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9A72EFC-6F4F-46D4-B671-DEF0F4075873}" type="datetime4">
              <a:rPr kumimoji="0" lang="en-GB" sz="1800" b="0" i="0" u="none" strike="noStrike" kern="1200" cap="none" spc="0" normalizeH="0" baseline="0" noProof="0" smtClean="0">
                <a:ln>
                  <a:noFill/>
                </a:ln>
                <a:solidFill>
                  <a:srgbClr val="FFFFFF"/>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08 August 2026</a:t>
            </a:fld>
            <a:endParaRPr kumimoji="0" lang="en-GB" sz="18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16" name="TextBox 15">
            <a:extLst>
              <a:ext uri="{FF2B5EF4-FFF2-40B4-BE49-F238E27FC236}">
                <a16:creationId xmlns:a16="http://schemas.microsoft.com/office/drawing/2014/main" id="{F5F204AD-667F-47DB-5D69-B5BCDAFC7495}"/>
              </a:ext>
            </a:extLst>
          </p:cNvPr>
          <p:cNvSpPr txBox="1"/>
          <p:nvPr/>
        </p:nvSpPr>
        <p:spPr>
          <a:xfrm>
            <a:off x="735277" y="3702021"/>
            <a:ext cx="6123981" cy="486287"/>
          </a:xfrm>
          <a:prstGeom prst="rect">
            <a:avLst/>
          </a:prstGeom>
          <a:noFill/>
          <a:ln>
            <a:noFill/>
          </a:ln>
        </p:spPr>
        <p:txBody>
          <a:bodyPr wrap="square" rtlCol="0">
            <a:spAutoFit/>
          </a:bodyPr>
          <a:lstStyle/>
          <a:p>
            <a:pPr marL="0" marR="0" lvl="0" indent="0" algn="l" defTabSz="914400" rtl="0" eaLnBrk="1" fontAlgn="auto" latinLnBrk="0" hangingPunct="1">
              <a:lnSpc>
                <a:spcPct val="8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6CB0DB"/>
                </a:solidFill>
                <a:effectLst/>
                <a:uLnTx/>
                <a:uFillTx/>
                <a:latin typeface="Arial" panose="020B0604020202020204" pitchFamily="34" charset="0"/>
                <a:ea typeface="Calibri"/>
                <a:cs typeface="Arial" panose="020B0604020202020204" pitchFamily="34" charset="0"/>
                <a:sym typeface="Calibri"/>
              </a:rPr>
              <a:t>We make connection happen.</a:t>
            </a:r>
            <a:endParaRPr kumimoji="0" lang="en-IN"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grpSp>
        <p:nvGrpSpPr>
          <p:cNvPr id="2" name="Group 1">
            <a:extLst>
              <a:ext uri="{FF2B5EF4-FFF2-40B4-BE49-F238E27FC236}">
                <a16:creationId xmlns:a16="http://schemas.microsoft.com/office/drawing/2014/main" id="{C67729BB-4B58-5143-F42B-AAA3C4C0AD08}"/>
              </a:ext>
            </a:extLst>
          </p:cNvPr>
          <p:cNvGrpSpPr/>
          <p:nvPr/>
        </p:nvGrpSpPr>
        <p:grpSpPr>
          <a:xfrm>
            <a:off x="10640768" y="230718"/>
            <a:ext cx="1220400" cy="486000"/>
            <a:chOff x="13029835" y="414587"/>
            <a:chExt cx="2122741" cy="842486"/>
          </a:xfrm>
          <a:solidFill>
            <a:schemeClr val="bg1"/>
          </a:solidFill>
        </p:grpSpPr>
        <p:sp>
          <p:nvSpPr>
            <p:cNvPr id="4" name="Freeform: Shape 3">
              <a:extLst>
                <a:ext uri="{FF2B5EF4-FFF2-40B4-BE49-F238E27FC236}">
                  <a16:creationId xmlns:a16="http://schemas.microsoft.com/office/drawing/2014/main" id="{3327B347-1EFB-70BF-2C64-49D0DDCE0881}"/>
                </a:ext>
              </a:extLst>
            </p:cNvPr>
            <p:cNvSpPr/>
            <p:nvPr/>
          </p:nvSpPr>
          <p:spPr>
            <a:xfrm>
              <a:off x="14058636" y="493168"/>
              <a:ext cx="874103" cy="445750"/>
            </a:xfrm>
            <a:custGeom>
              <a:avLst/>
              <a:gdLst>
                <a:gd name="connsiteX0" fmla="*/ 86386 w 874103"/>
                <a:gd name="connsiteY0" fmla="*/ 278892 h 445750"/>
                <a:gd name="connsiteX1" fmla="*/ 282982 w 874103"/>
                <a:gd name="connsiteY1" fmla="*/ 0 h 445750"/>
                <a:gd name="connsiteX2" fmla="*/ 3137 w 874103"/>
                <a:gd name="connsiteY2" fmla="*/ 316516 h 445750"/>
                <a:gd name="connsiteX3" fmla="*/ 436906 w 874103"/>
                <a:gd name="connsiteY3" fmla="*/ 439579 h 445750"/>
                <a:gd name="connsiteX4" fmla="*/ 874103 w 874103"/>
                <a:gd name="connsiteY4" fmla="*/ 281940 h 445750"/>
                <a:gd name="connsiteX5" fmla="*/ 86290 w 874103"/>
                <a:gd name="connsiteY5" fmla="*/ 278892 h 44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4103" h="445750">
                  <a:moveTo>
                    <a:pt x="86386" y="278892"/>
                  </a:moveTo>
                  <a:cubicBezTo>
                    <a:pt x="41904" y="177356"/>
                    <a:pt x="214592" y="48196"/>
                    <a:pt x="282982" y="0"/>
                  </a:cubicBezTo>
                  <a:cubicBezTo>
                    <a:pt x="180588" y="40005"/>
                    <a:pt x="-28010" y="179165"/>
                    <a:pt x="3137" y="316516"/>
                  </a:cubicBezTo>
                  <a:cubicBezTo>
                    <a:pt x="28569" y="429006"/>
                    <a:pt x="251740" y="460820"/>
                    <a:pt x="436906" y="439579"/>
                  </a:cubicBezTo>
                  <a:cubicBezTo>
                    <a:pt x="600736" y="420815"/>
                    <a:pt x="771328" y="361569"/>
                    <a:pt x="874103" y="281940"/>
                  </a:cubicBezTo>
                  <a:cubicBezTo>
                    <a:pt x="650075" y="411956"/>
                    <a:pt x="152108" y="428435"/>
                    <a:pt x="86290" y="278892"/>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6" name="Freeform: Shape 5">
              <a:extLst>
                <a:ext uri="{FF2B5EF4-FFF2-40B4-BE49-F238E27FC236}">
                  <a16:creationId xmlns:a16="http://schemas.microsoft.com/office/drawing/2014/main" id="{115357C9-476F-D69A-48B6-079AB0114AC3}"/>
                </a:ext>
              </a:extLst>
            </p:cNvPr>
            <p:cNvSpPr/>
            <p:nvPr/>
          </p:nvSpPr>
          <p:spPr>
            <a:xfrm>
              <a:off x="14157500" y="414587"/>
              <a:ext cx="926117" cy="454067"/>
            </a:xfrm>
            <a:custGeom>
              <a:avLst/>
              <a:gdLst>
                <a:gd name="connsiteX0" fmla="*/ 817817 w 926117"/>
                <a:gd name="connsiteY0" fmla="*/ 320326 h 454067"/>
                <a:gd name="connsiteX1" fmla="*/ 922592 w 926117"/>
                <a:gd name="connsiteY1" fmla="*/ 105156 h 454067"/>
                <a:gd name="connsiteX2" fmla="*/ 784193 w 926117"/>
                <a:gd name="connsiteY2" fmla="*/ 8001 h 454067"/>
                <a:gd name="connsiteX3" fmla="*/ 693230 w 926117"/>
                <a:gd name="connsiteY3" fmla="*/ 0 h 454067"/>
                <a:gd name="connsiteX4" fmla="*/ 127635 w 926117"/>
                <a:gd name="connsiteY4" fmla="*/ 243935 h 454067"/>
                <a:gd name="connsiteX5" fmla="*/ 184213 w 926117"/>
                <a:gd name="connsiteY5" fmla="*/ 327279 h 454067"/>
                <a:gd name="connsiteX6" fmla="*/ 462439 w 926117"/>
                <a:gd name="connsiteY6" fmla="*/ 253079 h 454067"/>
                <a:gd name="connsiteX7" fmla="*/ 302609 w 926117"/>
                <a:gd name="connsiteY7" fmla="*/ 175927 h 454067"/>
                <a:gd name="connsiteX8" fmla="*/ 692468 w 926117"/>
                <a:gd name="connsiteY8" fmla="*/ 24479 h 454067"/>
                <a:gd name="connsiteX9" fmla="*/ 784669 w 926117"/>
                <a:gd name="connsiteY9" fmla="*/ 186690 h 454067"/>
                <a:gd name="connsiteX10" fmla="*/ 263271 w 926117"/>
                <a:gd name="connsiteY10" fmla="*/ 412242 h 454067"/>
                <a:gd name="connsiteX11" fmla="*/ 30289 w 926117"/>
                <a:gd name="connsiteY11" fmla="*/ 290513 h 454067"/>
                <a:gd name="connsiteX12" fmla="*/ 209931 w 926117"/>
                <a:gd name="connsiteY12" fmla="*/ 78677 h 454067"/>
                <a:gd name="connsiteX13" fmla="*/ 201644 w 926117"/>
                <a:gd name="connsiteY13" fmla="*/ 79439 h 454067"/>
                <a:gd name="connsiteX14" fmla="*/ 0 w 926117"/>
                <a:gd name="connsiteY14" fmla="*/ 318707 h 454067"/>
                <a:gd name="connsiteX15" fmla="*/ 357473 w 926117"/>
                <a:gd name="connsiteY15" fmla="*/ 453295 h 454067"/>
                <a:gd name="connsiteX16" fmla="*/ 817817 w 926117"/>
                <a:gd name="connsiteY16" fmla="*/ 320421 h 45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117" h="454067">
                  <a:moveTo>
                    <a:pt x="817817" y="320326"/>
                  </a:moveTo>
                  <a:cubicBezTo>
                    <a:pt x="898969" y="247745"/>
                    <a:pt x="938689" y="167450"/>
                    <a:pt x="922592" y="105156"/>
                  </a:cubicBezTo>
                  <a:cubicBezTo>
                    <a:pt x="909733" y="54959"/>
                    <a:pt x="860584" y="20669"/>
                    <a:pt x="784193" y="8001"/>
                  </a:cubicBezTo>
                  <a:cubicBezTo>
                    <a:pt x="752761" y="2667"/>
                    <a:pt x="714089" y="0"/>
                    <a:pt x="693230" y="0"/>
                  </a:cubicBezTo>
                  <a:cubicBezTo>
                    <a:pt x="456914" y="1524"/>
                    <a:pt x="180880" y="139446"/>
                    <a:pt x="127635" y="243935"/>
                  </a:cubicBezTo>
                  <a:cubicBezTo>
                    <a:pt x="102203" y="294132"/>
                    <a:pt x="134398" y="316230"/>
                    <a:pt x="184213" y="327279"/>
                  </a:cubicBezTo>
                  <a:cubicBezTo>
                    <a:pt x="291751" y="351377"/>
                    <a:pt x="413575" y="283940"/>
                    <a:pt x="462439" y="253079"/>
                  </a:cubicBezTo>
                  <a:cubicBezTo>
                    <a:pt x="403669" y="256699"/>
                    <a:pt x="274892" y="248317"/>
                    <a:pt x="302609" y="175927"/>
                  </a:cubicBezTo>
                  <a:cubicBezTo>
                    <a:pt x="332042" y="99441"/>
                    <a:pt x="534162" y="8954"/>
                    <a:pt x="692468" y="24479"/>
                  </a:cubicBezTo>
                  <a:cubicBezTo>
                    <a:pt x="702945" y="25527"/>
                    <a:pt x="888778" y="36481"/>
                    <a:pt x="784669" y="186690"/>
                  </a:cubicBezTo>
                  <a:cubicBezTo>
                    <a:pt x="692372" y="320802"/>
                    <a:pt x="434530" y="409861"/>
                    <a:pt x="263271" y="412242"/>
                  </a:cubicBezTo>
                  <a:cubicBezTo>
                    <a:pt x="170021" y="416433"/>
                    <a:pt x="14668" y="401193"/>
                    <a:pt x="30289" y="290513"/>
                  </a:cubicBezTo>
                  <a:cubicBezTo>
                    <a:pt x="43243" y="200216"/>
                    <a:pt x="185071" y="98298"/>
                    <a:pt x="209931" y="78677"/>
                  </a:cubicBezTo>
                  <a:cubicBezTo>
                    <a:pt x="205835" y="79058"/>
                    <a:pt x="202311" y="79439"/>
                    <a:pt x="201644" y="79439"/>
                  </a:cubicBezTo>
                  <a:cubicBezTo>
                    <a:pt x="68104" y="173546"/>
                    <a:pt x="0" y="255079"/>
                    <a:pt x="0" y="318707"/>
                  </a:cubicBezTo>
                  <a:cubicBezTo>
                    <a:pt x="0" y="382334"/>
                    <a:pt x="76771" y="462820"/>
                    <a:pt x="357473" y="453295"/>
                  </a:cubicBezTo>
                  <a:cubicBezTo>
                    <a:pt x="514255" y="447961"/>
                    <a:pt x="724948" y="404146"/>
                    <a:pt x="817817" y="320421"/>
                  </a:cubicBezTo>
                  <a:close/>
                </a:path>
              </a:pathLst>
            </a:custGeom>
            <a:solidFill>
              <a:srgbClr val="DF601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9" name="Freeform: Shape 8">
              <a:extLst>
                <a:ext uri="{FF2B5EF4-FFF2-40B4-BE49-F238E27FC236}">
                  <a16:creationId xmlns:a16="http://schemas.microsoft.com/office/drawing/2014/main" id="{FCC173C7-963C-0C0F-ACBE-D42CC61F2641}"/>
                </a:ext>
              </a:extLst>
            </p:cNvPr>
            <p:cNvSpPr/>
            <p:nvPr/>
          </p:nvSpPr>
          <p:spPr>
            <a:xfrm>
              <a:off x="14475355" y="449511"/>
              <a:ext cx="485364" cy="200629"/>
            </a:xfrm>
            <a:custGeom>
              <a:avLst/>
              <a:gdLst>
                <a:gd name="connsiteX0" fmla="*/ 481864 w 485364"/>
                <a:gd name="connsiteY0" fmla="*/ 97188 h 200629"/>
                <a:gd name="connsiteX1" fmla="*/ 453955 w 485364"/>
                <a:gd name="connsiteY1" fmla="*/ 27560 h 200629"/>
                <a:gd name="connsiteX2" fmla="*/ 212592 w 485364"/>
                <a:gd name="connsiteY2" fmla="*/ 16035 h 200629"/>
                <a:gd name="connsiteX3" fmla="*/ 10471 w 485364"/>
                <a:gd name="connsiteY3" fmla="*/ 125763 h 200629"/>
                <a:gd name="connsiteX4" fmla="*/ 51333 w 485364"/>
                <a:gd name="connsiteY4" fmla="*/ 200630 h 200629"/>
                <a:gd name="connsiteX5" fmla="*/ 51143 w 485364"/>
                <a:gd name="connsiteY5" fmla="*/ 200344 h 200629"/>
                <a:gd name="connsiteX6" fmla="*/ 45428 w 485364"/>
                <a:gd name="connsiteY6" fmla="*/ 187771 h 200629"/>
                <a:gd name="connsiteX7" fmla="*/ 246405 w 485364"/>
                <a:gd name="connsiteY7" fmla="*/ 61850 h 200629"/>
                <a:gd name="connsiteX8" fmla="*/ 481959 w 485364"/>
                <a:gd name="connsiteY8" fmla="*/ 97093 h 20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364" h="200629">
                  <a:moveTo>
                    <a:pt x="481864" y="97188"/>
                  </a:moveTo>
                  <a:cubicBezTo>
                    <a:pt x="489864" y="76233"/>
                    <a:pt x="485578" y="47277"/>
                    <a:pt x="453955" y="27560"/>
                  </a:cubicBezTo>
                  <a:cubicBezTo>
                    <a:pt x="444240" y="21560"/>
                    <a:pt x="372421" y="-23398"/>
                    <a:pt x="212592" y="16035"/>
                  </a:cubicBezTo>
                  <a:cubicBezTo>
                    <a:pt x="119151" y="39276"/>
                    <a:pt x="38475" y="84424"/>
                    <a:pt x="10471" y="125763"/>
                  </a:cubicBezTo>
                  <a:cubicBezTo>
                    <a:pt x="-24486" y="177674"/>
                    <a:pt x="38189" y="198915"/>
                    <a:pt x="51333" y="200630"/>
                  </a:cubicBezTo>
                  <a:lnTo>
                    <a:pt x="51143" y="200344"/>
                  </a:lnTo>
                  <a:cubicBezTo>
                    <a:pt x="48285" y="196534"/>
                    <a:pt x="46380" y="192247"/>
                    <a:pt x="45428" y="187771"/>
                  </a:cubicBezTo>
                  <a:cubicBezTo>
                    <a:pt x="36189" y="143384"/>
                    <a:pt x="126486" y="88901"/>
                    <a:pt x="246405" y="61850"/>
                  </a:cubicBezTo>
                  <a:cubicBezTo>
                    <a:pt x="322986" y="44610"/>
                    <a:pt x="463956" y="38324"/>
                    <a:pt x="481959" y="9709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nvGrpSpPr>
            <p:cNvPr id="10" name="Graphic 48">
              <a:extLst>
                <a:ext uri="{FF2B5EF4-FFF2-40B4-BE49-F238E27FC236}">
                  <a16:creationId xmlns:a16="http://schemas.microsoft.com/office/drawing/2014/main" id="{020D236D-8840-2EB7-E526-81E6D20CB5FD}"/>
                </a:ext>
              </a:extLst>
            </p:cNvPr>
            <p:cNvGrpSpPr/>
            <p:nvPr/>
          </p:nvGrpSpPr>
          <p:grpSpPr>
            <a:xfrm>
              <a:off x="13029835" y="911220"/>
              <a:ext cx="2054351" cy="345853"/>
              <a:chOff x="13029835" y="911220"/>
              <a:chExt cx="2054351" cy="345853"/>
            </a:xfrm>
            <a:grpFill/>
          </p:grpSpPr>
          <p:sp>
            <p:nvSpPr>
              <p:cNvPr id="37" name="Freeform: Shape 36">
                <a:extLst>
                  <a:ext uri="{FF2B5EF4-FFF2-40B4-BE49-F238E27FC236}">
                    <a16:creationId xmlns:a16="http://schemas.microsoft.com/office/drawing/2014/main" id="{F5DCE882-51B4-8174-3DA8-E22C75FCF3F2}"/>
                  </a:ext>
                </a:extLst>
              </p:cNvPr>
              <p:cNvSpPr/>
              <p:nvPr/>
            </p:nvSpPr>
            <p:spPr>
              <a:xfrm>
                <a:off x="13029835" y="911220"/>
                <a:ext cx="171069" cy="340804"/>
              </a:xfrm>
              <a:custGeom>
                <a:avLst/>
                <a:gdLst>
                  <a:gd name="connsiteX0" fmla="*/ 52864 w 171069"/>
                  <a:gd name="connsiteY0" fmla="*/ 95441 h 340804"/>
                  <a:gd name="connsiteX1" fmla="*/ 20765 w 171069"/>
                  <a:gd name="connsiteY1" fmla="*/ 95441 h 340804"/>
                  <a:gd name="connsiteX2" fmla="*/ 12764 w 171069"/>
                  <a:gd name="connsiteY2" fmla="*/ 132969 h 340804"/>
                  <a:gd name="connsiteX3" fmla="*/ 44101 w 171069"/>
                  <a:gd name="connsiteY3" fmla="*/ 132969 h 340804"/>
                  <a:gd name="connsiteX4" fmla="*/ 0 w 171069"/>
                  <a:gd name="connsiteY4" fmla="*/ 340805 h 340804"/>
                  <a:gd name="connsiteX5" fmla="*/ 64294 w 171069"/>
                  <a:gd name="connsiteY5" fmla="*/ 340805 h 340804"/>
                  <a:gd name="connsiteX6" fmla="*/ 108395 w 171069"/>
                  <a:gd name="connsiteY6" fmla="*/ 132969 h 340804"/>
                  <a:gd name="connsiteX7" fmla="*/ 141256 w 171069"/>
                  <a:gd name="connsiteY7" fmla="*/ 132969 h 340804"/>
                  <a:gd name="connsiteX8" fmla="*/ 149162 w 171069"/>
                  <a:gd name="connsiteY8" fmla="*/ 95441 h 340804"/>
                  <a:gd name="connsiteX9" fmla="*/ 116776 w 171069"/>
                  <a:gd name="connsiteY9" fmla="*/ 95441 h 340804"/>
                  <a:gd name="connsiteX10" fmla="*/ 120682 w 171069"/>
                  <a:gd name="connsiteY10" fmla="*/ 76581 h 340804"/>
                  <a:gd name="connsiteX11" fmla="*/ 162782 w 171069"/>
                  <a:gd name="connsiteY11" fmla="*/ 39910 h 340804"/>
                  <a:gd name="connsiteX12" fmla="*/ 171069 w 171069"/>
                  <a:gd name="connsiteY12" fmla="*/ 762 h 340804"/>
                  <a:gd name="connsiteX13" fmla="*/ 150114 w 171069"/>
                  <a:gd name="connsiteY13" fmla="*/ 0 h 340804"/>
                  <a:gd name="connsiteX14" fmla="*/ 52959 w 171069"/>
                  <a:gd name="connsiteY14" fmla="*/ 95441 h 340804"/>
                  <a:gd name="connsiteX15" fmla="*/ 52959 w 171069"/>
                  <a:gd name="connsiteY15" fmla="*/ 95441 h 34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069" h="340804">
                    <a:moveTo>
                      <a:pt x="52864" y="95441"/>
                    </a:moveTo>
                    <a:lnTo>
                      <a:pt x="20765" y="95441"/>
                    </a:lnTo>
                    <a:cubicBezTo>
                      <a:pt x="20002" y="99155"/>
                      <a:pt x="14002" y="127540"/>
                      <a:pt x="12764" y="132969"/>
                    </a:cubicBezTo>
                    <a:lnTo>
                      <a:pt x="44101" y="132969"/>
                    </a:lnTo>
                    <a:cubicBezTo>
                      <a:pt x="44101" y="132969"/>
                      <a:pt x="1429" y="334137"/>
                      <a:pt x="0" y="340805"/>
                    </a:cubicBezTo>
                    <a:lnTo>
                      <a:pt x="64294" y="340805"/>
                    </a:lnTo>
                    <a:cubicBezTo>
                      <a:pt x="65151" y="336328"/>
                      <a:pt x="108395" y="132969"/>
                      <a:pt x="108395" y="132969"/>
                    </a:cubicBezTo>
                    <a:lnTo>
                      <a:pt x="141256" y="132969"/>
                    </a:lnTo>
                    <a:cubicBezTo>
                      <a:pt x="142018" y="129159"/>
                      <a:pt x="148018" y="101060"/>
                      <a:pt x="149162" y="95441"/>
                    </a:cubicBezTo>
                    <a:lnTo>
                      <a:pt x="116776" y="95441"/>
                    </a:lnTo>
                    <a:lnTo>
                      <a:pt x="120682" y="76581"/>
                    </a:lnTo>
                    <a:cubicBezTo>
                      <a:pt x="125920" y="51911"/>
                      <a:pt x="134493" y="38672"/>
                      <a:pt x="162782" y="39910"/>
                    </a:cubicBezTo>
                    <a:cubicBezTo>
                      <a:pt x="163639" y="36004"/>
                      <a:pt x="169926" y="6191"/>
                      <a:pt x="171069" y="762"/>
                    </a:cubicBezTo>
                    <a:cubicBezTo>
                      <a:pt x="168307" y="762"/>
                      <a:pt x="150114" y="0"/>
                      <a:pt x="150114" y="0"/>
                    </a:cubicBezTo>
                    <a:cubicBezTo>
                      <a:pt x="72009" y="0"/>
                      <a:pt x="65627" y="32004"/>
                      <a:pt x="52959" y="95441"/>
                    </a:cubicBezTo>
                    <a:lnTo>
                      <a:pt x="52959" y="95441"/>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38" name="Freeform: Shape 37">
                <a:extLst>
                  <a:ext uri="{FF2B5EF4-FFF2-40B4-BE49-F238E27FC236}">
                    <a16:creationId xmlns:a16="http://schemas.microsoft.com/office/drawing/2014/main" id="{0D287A1C-85A4-FA35-5062-3FC67F7F8BBF}"/>
                  </a:ext>
                </a:extLst>
              </p:cNvPr>
              <p:cNvSpPr/>
              <p:nvPr/>
            </p:nvSpPr>
            <p:spPr>
              <a:xfrm>
                <a:off x="13219287" y="937795"/>
                <a:ext cx="74771" cy="49339"/>
              </a:xfrm>
              <a:custGeom>
                <a:avLst/>
                <a:gdLst>
                  <a:gd name="connsiteX0" fmla="*/ 10477 w 74771"/>
                  <a:gd name="connsiteY0" fmla="*/ 0 h 49339"/>
                  <a:gd name="connsiteX1" fmla="*/ 0 w 74771"/>
                  <a:gd name="connsiteY1" fmla="*/ 49340 h 49339"/>
                  <a:gd name="connsiteX2" fmla="*/ 64294 w 74771"/>
                  <a:gd name="connsiteY2" fmla="*/ 49340 h 49339"/>
                  <a:gd name="connsiteX3" fmla="*/ 74771 w 74771"/>
                  <a:gd name="connsiteY3" fmla="*/ 0 h 49339"/>
                  <a:gd name="connsiteX4" fmla="*/ 10477 w 74771"/>
                  <a:gd name="connsiteY4" fmla="*/ 0 h 49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71" h="49339">
                    <a:moveTo>
                      <a:pt x="10477" y="0"/>
                    </a:moveTo>
                    <a:cubicBezTo>
                      <a:pt x="9715" y="3905"/>
                      <a:pt x="1238" y="43625"/>
                      <a:pt x="0" y="49340"/>
                    </a:cubicBezTo>
                    <a:lnTo>
                      <a:pt x="64294" y="49340"/>
                    </a:lnTo>
                    <a:cubicBezTo>
                      <a:pt x="65056" y="45529"/>
                      <a:pt x="73533" y="5715"/>
                      <a:pt x="74771" y="0"/>
                    </a:cubicBezTo>
                    <a:lnTo>
                      <a:pt x="10477"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39" name="Freeform: Shape 38">
                <a:extLst>
                  <a:ext uri="{FF2B5EF4-FFF2-40B4-BE49-F238E27FC236}">
                    <a16:creationId xmlns:a16="http://schemas.microsoft.com/office/drawing/2014/main" id="{DF9D392F-D7CD-371B-7968-2378BBDA8847}"/>
                  </a:ext>
                </a:extLst>
              </p:cNvPr>
              <p:cNvSpPr/>
              <p:nvPr/>
            </p:nvSpPr>
            <p:spPr>
              <a:xfrm>
                <a:off x="13163090" y="1006661"/>
                <a:ext cx="116395" cy="245363"/>
              </a:xfrm>
              <a:custGeom>
                <a:avLst/>
                <a:gdLst>
                  <a:gd name="connsiteX0" fmla="*/ 52102 w 116395"/>
                  <a:gd name="connsiteY0" fmla="*/ 0 h 245363"/>
                  <a:gd name="connsiteX1" fmla="*/ 0 w 116395"/>
                  <a:gd name="connsiteY1" fmla="*/ 245364 h 245363"/>
                  <a:gd name="connsiteX2" fmla="*/ 64198 w 116395"/>
                  <a:gd name="connsiteY2" fmla="*/ 245364 h 245363"/>
                  <a:gd name="connsiteX3" fmla="*/ 116396 w 116395"/>
                  <a:gd name="connsiteY3" fmla="*/ 0 h 245363"/>
                  <a:gd name="connsiteX4" fmla="*/ 52006 w 116395"/>
                  <a:gd name="connsiteY4" fmla="*/ 0 h 24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245363">
                    <a:moveTo>
                      <a:pt x="52102" y="0"/>
                    </a:moveTo>
                    <a:cubicBezTo>
                      <a:pt x="51244" y="4477"/>
                      <a:pt x="1429" y="238696"/>
                      <a:pt x="0" y="245364"/>
                    </a:cubicBezTo>
                    <a:lnTo>
                      <a:pt x="64198" y="245364"/>
                    </a:lnTo>
                    <a:cubicBezTo>
                      <a:pt x="65151" y="241078"/>
                      <a:pt x="114871" y="6667"/>
                      <a:pt x="116396" y="0"/>
                    </a:cubicBezTo>
                    <a:lnTo>
                      <a:pt x="52006"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0" name="Freeform: Shape 39">
                <a:extLst>
                  <a:ext uri="{FF2B5EF4-FFF2-40B4-BE49-F238E27FC236}">
                    <a16:creationId xmlns:a16="http://schemas.microsoft.com/office/drawing/2014/main" id="{ACEF8BCB-95EE-AE69-7B80-59B388BC8C59}"/>
                  </a:ext>
                </a:extLst>
              </p:cNvPr>
              <p:cNvSpPr/>
              <p:nvPr/>
            </p:nvSpPr>
            <p:spPr>
              <a:xfrm>
                <a:off x="13443410" y="1001803"/>
                <a:ext cx="209454" cy="255174"/>
              </a:xfrm>
              <a:custGeom>
                <a:avLst/>
                <a:gdLst>
                  <a:gd name="connsiteX0" fmla="*/ 27146 w 209454"/>
                  <a:gd name="connsiteY0" fmla="*/ 68199 h 255174"/>
                  <a:gd name="connsiteX1" fmla="*/ 27146 w 209454"/>
                  <a:gd name="connsiteY1" fmla="*/ 68199 h 255174"/>
                  <a:gd name="connsiteX2" fmla="*/ 80772 w 209454"/>
                  <a:gd name="connsiteY2" fmla="*/ 139827 h 255174"/>
                  <a:gd name="connsiteX3" fmla="*/ 124682 w 209454"/>
                  <a:gd name="connsiteY3" fmla="*/ 189548 h 255174"/>
                  <a:gd name="connsiteX4" fmla="*/ 90488 w 209454"/>
                  <a:gd name="connsiteY4" fmla="*/ 217741 h 255174"/>
                  <a:gd name="connsiteX5" fmla="*/ 64960 w 209454"/>
                  <a:gd name="connsiteY5" fmla="*/ 203644 h 255174"/>
                  <a:gd name="connsiteX6" fmla="*/ 64103 w 209454"/>
                  <a:gd name="connsiteY6" fmla="*/ 195739 h 255174"/>
                  <a:gd name="connsiteX7" fmla="*/ 67151 w 209454"/>
                  <a:gd name="connsiteY7" fmla="*/ 175451 h 255174"/>
                  <a:gd name="connsiteX8" fmla="*/ 4381 w 209454"/>
                  <a:gd name="connsiteY8" fmla="*/ 175451 h 255174"/>
                  <a:gd name="connsiteX9" fmla="*/ 0 w 209454"/>
                  <a:gd name="connsiteY9" fmla="*/ 204787 h 255174"/>
                  <a:gd name="connsiteX10" fmla="*/ 8477 w 209454"/>
                  <a:gd name="connsiteY10" fmla="*/ 233744 h 255174"/>
                  <a:gd name="connsiteX11" fmla="*/ 81820 w 209454"/>
                  <a:gd name="connsiteY11" fmla="*/ 255175 h 255174"/>
                  <a:gd name="connsiteX12" fmla="*/ 189071 w 209454"/>
                  <a:gd name="connsiteY12" fmla="*/ 180975 h 255174"/>
                  <a:gd name="connsiteX13" fmla="*/ 130397 w 209454"/>
                  <a:gd name="connsiteY13" fmla="*/ 102489 h 255174"/>
                  <a:gd name="connsiteX14" fmla="*/ 91059 w 209454"/>
                  <a:gd name="connsiteY14" fmla="*/ 62675 h 255174"/>
                  <a:gd name="connsiteX15" fmla="*/ 123349 w 209454"/>
                  <a:gd name="connsiteY15" fmla="*/ 33623 h 255174"/>
                  <a:gd name="connsiteX16" fmla="*/ 142303 w 209454"/>
                  <a:gd name="connsiteY16" fmla="*/ 40100 h 255174"/>
                  <a:gd name="connsiteX17" fmla="*/ 145923 w 209454"/>
                  <a:gd name="connsiteY17" fmla="*/ 52959 h 255174"/>
                  <a:gd name="connsiteX18" fmla="*/ 143637 w 209454"/>
                  <a:gd name="connsiteY18" fmla="*/ 71342 h 255174"/>
                  <a:gd name="connsiteX19" fmla="*/ 206407 w 209454"/>
                  <a:gd name="connsiteY19" fmla="*/ 71342 h 255174"/>
                  <a:gd name="connsiteX20" fmla="*/ 209455 w 209454"/>
                  <a:gd name="connsiteY20" fmla="*/ 51244 h 255174"/>
                  <a:gd name="connsiteX21" fmla="*/ 200692 w 209454"/>
                  <a:gd name="connsiteY21" fmla="*/ 23336 h 255174"/>
                  <a:gd name="connsiteX22" fmla="*/ 138208 w 209454"/>
                  <a:gd name="connsiteY22" fmla="*/ 0 h 255174"/>
                  <a:gd name="connsiteX23" fmla="*/ 26956 w 209454"/>
                  <a:gd name="connsiteY23"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9454" h="255174">
                    <a:moveTo>
                      <a:pt x="27146" y="68199"/>
                    </a:moveTo>
                    <a:lnTo>
                      <a:pt x="27146" y="68199"/>
                    </a:lnTo>
                    <a:cubicBezTo>
                      <a:pt x="18288" y="110109"/>
                      <a:pt x="50101" y="125254"/>
                      <a:pt x="80772" y="139827"/>
                    </a:cubicBezTo>
                    <a:cubicBezTo>
                      <a:pt x="106204" y="152019"/>
                      <a:pt x="130302" y="163449"/>
                      <a:pt x="124682" y="189548"/>
                    </a:cubicBezTo>
                    <a:cubicBezTo>
                      <a:pt x="120586" y="208978"/>
                      <a:pt x="104584" y="217741"/>
                      <a:pt x="90488" y="217741"/>
                    </a:cubicBezTo>
                    <a:cubicBezTo>
                      <a:pt x="76390" y="217741"/>
                      <a:pt x="67723" y="213169"/>
                      <a:pt x="64960" y="203644"/>
                    </a:cubicBezTo>
                    <a:cubicBezTo>
                      <a:pt x="64389" y="201263"/>
                      <a:pt x="64103" y="198596"/>
                      <a:pt x="64103" y="195739"/>
                    </a:cubicBezTo>
                    <a:cubicBezTo>
                      <a:pt x="64103" y="190310"/>
                      <a:pt x="65342" y="183547"/>
                      <a:pt x="67151" y="175451"/>
                    </a:cubicBezTo>
                    <a:lnTo>
                      <a:pt x="4381" y="175451"/>
                    </a:lnTo>
                    <a:cubicBezTo>
                      <a:pt x="1619" y="186499"/>
                      <a:pt x="0" y="196310"/>
                      <a:pt x="0" y="204787"/>
                    </a:cubicBezTo>
                    <a:cubicBezTo>
                      <a:pt x="0" y="216884"/>
                      <a:pt x="2762" y="226505"/>
                      <a:pt x="8477" y="233744"/>
                    </a:cubicBezTo>
                    <a:cubicBezTo>
                      <a:pt x="19812" y="248602"/>
                      <a:pt x="42386" y="255175"/>
                      <a:pt x="81820" y="255175"/>
                    </a:cubicBezTo>
                    <a:cubicBezTo>
                      <a:pt x="136684" y="255175"/>
                      <a:pt x="179737" y="225457"/>
                      <a:pt x="189071" y="180975"/>
                    </a:cubicBezTo>
                    <a:cubicBezTo>
                      <a:pt x="198692" y="135827"/>
                      <a:pt x="162496" y="118110"/>
                      <a:pt x="130397" y="102489"/>
                    </a:cubicBezTo>
                    <a:cubicBezTo>
                      <a:pt x="107156" y="91059"/>
                      <a:pt x="87058" y="81248"/>
                      <a:pt x="91059" y="62675"/>
                    </a:cubicBezTo>
                    <a:cubicBezTo>
                      <a:pt x="94964" y="44196"/>
                      <a:pt x="106871" y="33623"/>
                      <a:pt x="123349" y="33623"/>
                    </a:cubicBezTo>
                    <a:cubicBezTo>
                      <a:pt x="130588" y="33623"/>
                      <a:pt x="137827" y="34385"/>
                      <a:pt x="142303" y="40100"/>
                    </a:cubicBezTo>
                    <a:cubicBezTo>
                      <a:pt x="144780" y="42767"/>
                      <a:pt x="145923" y="46863"/>
                      <a:pt x="145923" y="52959"/>
                    </a:cubicBezTo>
                    <a:cubicBezTo>
                      <a:pt x="145923" y="57721"/>
                      <a:pt x="144971" y="63913"/>
                      <a:pt x="143637" y="71342"/>
                    </a:cubicBezTo>
                    <a:lnTo>
                      <a:pt x="206407" y="71342"/>
                    </a:lnTo>
                    <a:cubicBezTo>
                      <a:pt x="208217" y="64198"/>
                      <a:pt x="209455" y="57531"/>
                      <a:pt x="209455" y="51244"/>
                    </a:cubicBezTo>
                    <a:cubicBezTo>
                      <a:pt x="209455" y="40386"/>
                      <a:pt x="206502" y="31052"/>
                      <a:pt x="200692" y="23336"/>
                    </a:cubicBezTo>
                    <a:cubicBezTo>
                      <a:pt x="189262" y="8192"/>
                      <a:pt x="167164" y="0"/>
                      <a:pt x="138208" y="0"/>
                    </a:cubicBezTo>
                    <a:cubicBezTo>
                      <a:pt x="115538" y="0"/>
                      <a:pt x="40576" y="4858"/>
                      <a:pt x="26956" y="68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1" name="Freeform: Shape 40">
                <a:extLst>
                  <a:ext uri="{FF2B5EF4-FFF2-40B4-BE49-F238E27FC236}">
                    <a16:creationId xmlns:a16="http://schemas.microsoft.com/office/drawing/2014/main" id="{9C645CFD-5254-482D-CF4E-808F1E3C00F5}"/>
                  </a:ext>
                </a:extLst>
              </p:cNvPr>
              <p:cNvSpPr/>
              <p:nvPr/>
            </p:nvSpPr>
            <p:spPr>
              <a:xfrm>
                <a:off x="13668619" y="940081"/>
                <a:ext cx="143598" cy="316991"/>
              </a:xfrm>
              <a:custGeom>
                <a:avLst/>
                <a:gdLst>
                  <a:gd name="connsiteX0" fmla="*/ 51302 w 143598"/>
                  <a:gd name="connsiteY0" fmla="*/ 28670 h 316991"/>
                  <a:gd name="connsiteX1" fmla="*/ 43301 w 143598"/>
                  <a:gd name="connsiteY1" fmla="*/ 66485 h 316991"/>
                  <a:gd name="connsiteX2" fmla="*/ 14916 w 143598"/>
                  <a:gd name="connsiteY2" fmla="*/ 66485 h 316991"/>
                  <a:gd name="connsiteX3" fmla="*/ 7106 w 143598"/>
                  <a:gd name="connsiteY3" fmla="*/ 104013 h 316991"/>
                  <a:gd name="connsiteX4" fmla="*/ 35395 w 143598"/>
                  <a:gd name="connsiteY4" fmla="*/ 104013 h 316991"/>
                  <a:gd name="connsiteX5" fmla="*/ 1105 w 143598"/>
                  <a:gd name="connsiteY5" fmla="*/ 264700 h 316991"/>
                  <a:gd name="connsiteX6" fmla="*/ 8058 w 143598"/>
                  <a:gd name="connsiteY6" fmla="*/ 300514 h 316991"/>
                  <a:gd name="connsiteX7" fmla="*/ 55016 w 143598"/>
                  <a:gd name="connsiteY7" fmla="*/ 316992 h 316991"/>
                  <a:gd name="connsiteX8" fmla="*/ 86735 w 143598"/>
                  <a:gd name="connsiteY8" fmla="*/ 315087 h 316991"/>
                  <a:gd name="connsiteX9" fmla="*/ 89402 w 143598"/>
                  <a:gd name="connsiteY9" fmla="*/ 314801 h 316991"/>
                  <a:gd name="connsiteX10" fmla="*/ 97498 w 143598"/>
                  <a:gd name="connsiteY10" fmla="*/ 277273 h 316991"/>
                  <a:gd name="connsiteX11" fmla="*/ 88354 w 143598"/>
                  <a:gd name="connsiteY11" fmla="*/ 278035 h 316991"/>
                  <a:gd name="connsiteX12" fmla="*/ 70066 w 143598"/>
                  <a:gd name="connsiteY12" fmla="*/ 271939 h 316991"/>
                  <a:gd name="connsiteX13" fmla="*/ 66923 w 143598"/>
                  <a:gd name="connsiteY13" fmla="*/ 261747 h 316991"/>
                  <a:gd name="connsiteX14" fmla="*/ 69494 w 143598"/>
                  <a:gd name="connsiteY14" fmla="*/ 244316 h 316991"/>
                  <a:gd name="connsiteX15" fmla="*/ 99403 w 143598"/>
                  <a:gd name="connsiteY15" fmla="*/ 104013 h 316991"/>
                  <a:gd name="connsiteX16" fmla="*/ 135693 w 143598"/>
                  <a:gd name="connsiteY16" fmla="*/ 104013 h 316991"/>
                  <a:gd name="connsiteX17" fmla="*/ 143599 w 143598"/>
                  <a:gd name="connsiteY17" fmla="*/ 66485 h 316991"/>
                  <a:gd name="connsiteX18" fmla="*/ 107309 w 143598"/>
                  <a:gd name="connsiteY18" fmla="*/ 66485 h 316991"/>
                  <a:gd name="connsiteX19" fmla="*/ 121501 w 143598"/>
                  <a:gd name="connsiteY19" fmla="*/ 0 h 316991"/>
                  <a:gd name="connsiteX20" fmla="*/ 51111 w 143598"/>
                  <a:gd name="connsiteY20" fmla="*/ 28670 h 31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3598" h="316991">
                    <a:moveTo>
                      <a:pt x="51302" y="28670"/>
                    </a:moveTo>
                    <a:cubicBezTo>
                      <a:pt x="50730" y="31433"/>
                      <a:pt x="43301" y="66485"/>
                      <a:pt x="43301" y="66485"/>
                    </a:cubicBezTo>
                    <a:lnTo>
                      <a:pt x="14916" y="66485"/>
                    </a:lnTo>
                    <a:cubicBezTo>
                      <a:pt x="14249" y="70295"/>
                      <a:pt x="8153" y="98584"/>
                      <a:pt x="7106" y="104013"/>
                    </a:cubicBezTo>
                    <a:lnTo>
                      <a:pt x="35395" y="104013"/>
                    </a:lnTo>
                    <a:lnTo>
                      <a:pt x="1105" y="264700"/>
                    </a:lnTo>
                    <a:cubicBezTo>
                      <a:pt x="57" y="269843"/>
                      <a:pt x="-2705" y="287179"/>
                      <a:pt x="8058" y="300514"/>
                    </a:cubicBezTo>
                    <a:cubicBezTo>
                      <a:pt x="16916" y="311372"/>
                      <a:pt x="32823" y="316992"/>
                      <a:pt x="55016" y="316992"/>
                    </a:cubicBezTo>
                    <a:lnTo>
                      <a:pt x="86735" y="315087"/>
                    </a:lnTo>
                    <a:cubicBezTo>
                      <a:pt x="86735" y="315087"/>
                      <a:pt x="88068" y="314992"/>
                      <a:pt x="89402" y="314801"/>
                    </a:cubicBezTo>
                    <a:cubicBezTo>
                      <a:pt x="90164" y="311372"/>
                      <a:pt x="96260" y="283274"/>
                      <a:pt x="97498" y="277273"/>
                    </a:cubicBezTo>
                    <a:cubicBezTo>
                      <a:pt x="93497" y="277559"/>
                      <a:pt x="88354" y="278035"/>
                      <a:pt x="88354" y="278035"/>
                    </a:cubicBezTo>
                    <a:cubicBezTo>
                      <a:pt x="79210" y="278035"/>
                      <a:pt x="73400" y="276130"/>
                      <a:pt x="70066" y="271939"/>
                    </a:cubicBezTo>
                    <a:cubicBezTo>
                      <a:pt x="67780" y="269081"/>
                      <a:pt x="66923" y="265843"/>
                      <a:pt x="66923" y="261747"/>
                    </a:cubicBezTo>
                    <a:cubicBezTo>
                      <a:pt x="66923" y="256699"/>
                      <a:pt x="68161" y="250984"/>
                      <a:pt x="69494" y="244316"/>
                    </a:cubicBezTo>
                    <a:lnTo>
                      <a:pt x="99403" y="104013"/>
                    </a:lnTo>
                    <a:lnTo>
                      <a:pt x="135693" y="104013"/>
                    </a:lnTo>
                    <a:cubicBezTo>
                      <a:pt x="136455" y="100298"/>
                      <a:pt x="142456" y="71914"/>
                      <a:pt x="143599" y="66485"/>
                    </a:cubicBezTo>
                    <a:lnTo>
                      <a:pt x="107309" y="66485"/>
                    </a:lnTo>
                    <a:cubicBezTo>
                      <a:pt x="107309" y="66485"/>
                      <a:pt x="119501" y="8954"/>
                      <a:pt x="121501" y="0"/>
                    </a:cubicBezTo>
                    <a:cubicBezTo>
                      <a:pt x="112928" y="3429"/>
                      <a:pt x="53588" y="27527"/>
                      <a:pt x="51111" y="2867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2" name="Freeform: Shape 41">
                <a:extLst>
                  <a:ext uri="{FF2B5EF4-FFF2-40B4-BE49-F238E27FC236}">
                    <a16:creationId xmlns:a16="http://schemas.microsoft.com/office/drawing/2014/main" id="{B7C20904-9E3B-49EA-306F-00B5794ED67A}"/>
                  </a:ext>
                </a:extLst>
              </p:cNvPr>
              <p:cNvSpPr/>
              <p:nvPr/>
            </p:nvSpPr>
            <p:spPr>
              <a:xfrm>
                <a:off x="13807360" y="1001708"/>
                <a:ext cx="209645" cy="255174"/>
              </a:xfrm>
              <a:custGeom>
                <a:avLst/>
                <a:gdLst>
                  <a:gd name="connsiteX0" fmla="*/ 27242 w 209645"/>
                  <a:gd name="connsiteY0" fmla="*/ 68294 h 255174"/>
                  <a:gd name="connsiteX1" fmla="*/ 25718 w 209645"/>
                  <a:gd name="connsiteY1" fmla="*/ 81915 h 255174"/>
                  <a:gd name="connsiteX2" fmla="*/ 80772 w 209645"/>
                  <a:gd name="connsiteY2" fmla="*/ 139922 h 255174"/>
                  <a:gd name="connsiteX3" fmla="*/ 125540 w 209645"/>
                  <a:gd name="connsiteY3" fmla="*/ 182309 h 255174"/>
                  <a:gd name="connsiteX4" fmla="*/ 124587 w 209645"/>
                  <a:gd name="connsiteY4" fmla="*/ 189548 h 255174"/>
                  <a:gd name="connsiteX5" fmla="*/ 90583 w 209645"/>
                  <a:gd name="connsiteY5" fmla="*/ 217742 h 255174"/>
                  <a:gd name="connsiteX6" fmla="*/ 64961 w 209645"/>
                  <a:gd name="connsiteY6" fmla="*/ 203645 h 255174"/>
                  <a:gd name="connsiteX7" fmla="*/ 64199 w 209645"/>
                  <a:gd name="connsiteY7" fmla="*/ 195834 h 255174"/>
                  <a:gd name="connsiteX8" fmla="*/ 67151 w 209645"/>
                  <a:gd name="connsiteY8" fmla="*/ 175450 h 255174"/>
                  <a:gd name="connsiteX9" fmla="*/ 4382 w 209645"/>
                  <a:gd name="connsiteY9" fmla="*/ 175450 h 255174"/>
                  <a:gd name="connsiteX10" fmla="*/ 0 w 209645"/>
                  <a:gd name="connsiteY10" fmla="*/ 204788 h 255174"/>
                  <a:gd name="connsiteX11" fmla="*/ 8477 w 209645"/>
                  <a:gd name="connsiteY11" fmla="*/ 233744 h 255174"/>
                  <a:gd name="connsiteX12" fmla="*/ 81915 w 209645"/>
                  <a:gd name="connsiteY12" fmla="*/ 255175 h 255174"/>
                  <a:gd name="connsiteX13" fmla="*/ 189357 w 209645"/>
                  <a:gd name="connsiteY13" fmla="*/ 180975 h 255174"/>
                  <a:gd name="connsiteX14" fmla="*/ 130588 w 209645"/>
                  <a:gd name="connsiteY14" fmla="*/ 102489 h 255174"/>
                  <a:gd name="connsiteX15" fmla="*/ 91154 w 209645"/>
                  <a:gd name="connsiteY15" fmla="*/ 62675 h 255174"/>
                  <a:gd name="connsiteX16" fmla="*/ 123539 w 209645"/>
                  <a:gd name="connsiteY16" fmla="*/ 33623 h 255174"/>
                  <a:gd name="connsiteX17" fmla="*/ 142589 w 209645"/>
                  <a:gd name="connsiteY17" fmla="*/ 40100 h 255174"/>
                  <a:gd name="connsiteX18" fmla="*/ 146114 w 209645"/>
                  <a:gd name="connsiteY18" fmla="*/ 52959 h 255174"/>
                  <a:gd name="connsiteX19" fmla="*/ 143828 w 209645"/>
                  <a:gd name="connsiteY19" fmla="*/ 71342 h 255174"/>
                  <a:gd name="connsiteX20" fmla="*/ 206597 w 209645"/>
                  <a:gd name="connsiteY20" fmla="*/ 71342 h 255174"/>
                  <a:gd name="connsiteX21" fmla="*/ 209645 w 209645"/>
                  <a:gd name="connsiteY21" fmla="*/ 51245 h 255174"/>
                  <a:gd name="connsiteX22" fmla="*/ 200882 w 209645"/>
                  <a:gd name="connsiteY22" fmla="*/ 23336 h 255174"/>
                  <a:gd name="connsiteX23" fmla="*/ 138303 w 209645"/>
                  <a:gd name="connsiteY23" fmla="*/ 0 h 255174"/>
                  <a:gd name="connsiteX24" fmla="*/ 27242 w 209645"/>
                  <a:gd name="connsiteY24"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9645" h="255174">
                    <a:moveTo>
                      <a:pt x="27242" y="68294"/>
                    </a:moveTo>
                    <a:cubicBezTo>
                      <a:pt x="26194" y="73247"/>
                      <a:pt x="25718" y="77724"/>
                      <a:pt x="25718" y="81915"/>
                    </a:cubicBezTo>
                    <a:cubicBezTo>
                      <a:pt x="25718" y="113633"/>
                      <a:pt x="53626" y="127063"/>
                      <a:pt x="80772" y="139922"/>
                    </a:cubicBezTo>
                    <a:cubicBezTo>
                      <a:pt x="103727" y="150971"/>
                      <a:pt x="125540" y="161258"/>
                      <a:pt x="125540" y="182309"/>
                    </a:cubicBezTo>
                    <a:cubicBezTo>
                      <a:pt x="125540" y="184595"/>
                      <a:pt x="125254" y="187071"/>
                      <a:pt x="124587" y="189548"/>
                    </a:cubicBezTo>
                    <a:cubicBezTo>
                      <a:pt x="120587" y="208979"/>
                      <a:pt x="104585" y="217742"/>
                      <a:pt x="90583" y="217742"/>
                    </a:cubicBezTo>
                    <a:cubicBezTo>
                      <a:pt x="75819" y="217742"/>
                      <a:pt x="67723" y="213170"/>
                      <a:pt x="64961" y="203645"/>
                    </a:cubicBezTo>
                    <a:cubicBezTo>
                      <a:pt x="64389" y="201359"/>
                      <a:pt x="64199" y="198787"/>
                      <a:pt x="64199" y="195834"/>
                    </a:cubicBezTo>
                    <a:cubicBezTo>
                      <a:pt x="64199" y="190309"/>
                      <a:pt x="65151" y="183547"/>
                      <a:pt x="67151" y="175450"/>
                    </a:cubicBezTo>
                    <a:lnTo>
                      <a:pt x="4382" y="175450"/>
                    </a:lnTo>
                    <a:cubicBezTo>
                      <a:pt x="1524" y="186500"/>
                      <a:pt x="0" y="196310"/>
                      <a:pt x="0" y="204788"/>
                    </a:cubicBezTo>
                    <a:cubicBezTo>
                      <a:pt x="0" y="216884"/>
                      <a:pt x="2762" y="226504"/>
                      <a:pt x="8477" y="233744"/>
                    </a:cubicBezTo>
                    <a:cubicBezTo>
                      <a:pt x="19907" y="248603"/>
                      <a:pt x="42386" y="255175"/>
                      <a:pt x="81915" y="255175"/>
                    </a:cubicBezTo>
                    <a:cubicBezTo>
                      <a:pt x="136779" y="255175"/>
                      <a:pt x="179927" y="225457"/>
                      <a:pt x="189357" y="180975"/>
                    </a:cubicBezTo>
                    <a:cubicBezTo>
                      <a:pt x="198977" y="135826"/>
                      <a:pt x="162592" y="118110"/>
                      <a:pt x="130588" y="102489"/>
                    </a:cubicBezTo>
                    <a:cubicBezTo>
                      <a:pt x="107252" y="91059"/>
                      <a:pt x="87249" y="81248"/>
                      <a:pt x="91154" y="62675"/>
                    </a:cubicBezTo>
                    <a:cubicBezTo>
                      <a:pt x="94964" y="44196"/>
                      <a:pt x="106871" y="33623"/>
                      <a:pt x="123539" y="33623"/>
                    </a:cubicBezTo>
                    <a:cubicBezTo>
                      <a:pt x="130683" y="33623"/>
                      <a:pt x="137922" y="34385"/>
                      <a:pt x="142589" y="40100"/>
                    </a:cubicBezTo>
                    <a:cubicBezTo>
                      <a:pt x="144875" y="42767"/>
                      <a:pt x="146114" y="46863"/>
                      <a:pt x="146114" y="52959"/>
                    </a:cubicBezTo>
                    <a:cubicBezTo>
                      <a:pt x="146114" y="57722"/>
                      <a:pt x="145352" y="63913"/>
                      <a:pt x="143828" y="71342"/>
                    </a:cubicBezTo>
                    <a:lnTo>
                      <a:pt x="206597" y="71342"/>
                    </a:lnTo>
                    <a:cubicBezTo>
                      <a:pt x="208502" y="64199"/>
                      <a:pt x="209645" y="57531"/>
                      <a:pt x="209645" y="51245"/>
                    </a:cubicBezTo>
                    <a:cubicBezTo>
                      <a:pt x="209645" y="40386"/>
                      <a:pt x="206693" y="31052"/>
                      <a:pt x="200882" y="23336"/>
                    </a:cubicBezTo>
                    <a:cubicBezTo>
                      <a:pt x="189452" y="8192"/>
                      <a:pt x="167259" y="0"/>
                      <a:pt x="138303" y="0"/>
                    </a:cubicBezTo>
                    <a:cubicBezTo>
                      <a:pt x="115729" y="0"/>
                      <a:pt x="40767" y="4858"/>
                      <a:pt x="27242" y="6819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3" name="Freeform: Shape 42">
                <a:extLst>
                  <a:ext uri="{FF2B5EF4-FFF2-40B4-BE49-F238E27FC236}">
                    <a16:creationId xmlns:a16="http://schemas.microsoft.com/office/drawing/2014/main" id="{0C1D90A9-668F-8BBC-C5EE-362AF6DB8BE6}"/>
                  </a:ext>
                </a:extLst>
              </p:cNvPr>
              <p:cNvSpPr/>
              <p:nvPr/>
            </p:nvSpPr>
            <p:spPr>
              <a:xfrm>
                <a:off x="14025383" y="1001803"/>
                <a:ext cx="215198" cy="255079"/>
              </a:xfrm>
              <a:custGeom>
                <a:avLst/>
                <a:gdLst>
                  <a:gd name="connsiteX0" fmla="*/ 135069 w 215198"/>
                  <a:gd name="connsiteY0" fmla="*/ 0 h 255079"/>
                  <a:gd name="connsiteX1" fmla="*/ 8386 w 215198"/>
                  <a:gd name="connsiteY1" fmla="*/ 124873 h 255079"/>
                  <a:gd name="connsiteX2" fmla="*/ 8386 w 215198"/>
                  <a:gd name="connsiteY2" fmla="*/ 124873 h 255079"/>
                  <a:gd name="connsiteX3" fmla="*/ 12768 w 215198"/>
                  <a:gd name="connsiteY3" fmla="*/ 232696 h 255079"/>
                  <a:gd name="connsiteX4" fmla="*/ 79633 w 215198"/>
                  <a:gd name="connsiteY4" fmla="*/ 255080 h 255079"/>
                  <a:gd name="connsiteX5" fmla="*/ 207649 w 215198"/>
                  <a:gd name="connsiteY5" fmla="*/ 123730 h 255079"/>
                  <a:gd name="connsiteX6" fmla="*/ 202601 w 215198"/>
                  <a:gd name="connsiteY6" fmla="*/ 22765 h 255079"/>
                  <a:gd name="connsiteX7" fmla="*/ 135069 w 215198"/>
                  <a:gd name="connsiteY7" fmla="*/ 0 h 255079"/>
                  <a:gd name="connsiteX8" fmla="*/ 69251 w 215198"/>
                  <a:gd name="connsiteY8" fmla="*/ 208883 h 255079"/>
                  <a:gd name="connsiteX9" fmla="*/ 73823 w 215198"/>
                  <a:gd name="connsiteY9" fmla="*/ 119729 h 255079"/>
                  <a:gd name="connsiteX10" fmla="*/ 73823 w 215198"/>
                  <a:gd name="connsiteY10" fmla="*/ 119729 h 255079"/>
                  <a:gd name="connsiteX11" fmla="*/ 125544 w 215198"/>
                  <a:gd name="connsiteY11" fmla="*/ 38862 h 255079"/>
                  <a:gd name="connsiteX12" fmla="*/ 146213 w 215198"/>
                  <a:gd name="connsiteY12" fmla="*/ 46768 h 255079"/>
                  <a:gd name="connsiteX13" fmla="*/ 143927 w 215198"/>
                  <a:gd name="connsiteY13" fmla="*/ 120968 h 255079"/>
                  <a:gd name="connsiteX14" fmla="*/ 89063 w 215198"/>
                  <a:gd name="connsiteY14" fmla="*/ 216122 h 255079"/>
                  <a:gd name="connsiteX15" fmla="*/ 69156 w 215198"/>
                  <a:gd name="connsiteY15" fmla="*/ 208883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5198" h="255079">
                    <a:moveTo>
                      <a:pt x="135069" y="0"/>
                    </a:moveTo>
                    <a:cubicBezTo>
                      <a:pt x="42581" y="0"/>
                      <a:pt x="22388" y="59055"/>
                      <a:pt x="8386" y="124873"/>
                    </a:cubicBezTo>
                    <a:lnTo>
                      <a:pt x="8386" y="124873"/>
                    </a:lnTo>
                    <a:cubicBezTo>
                      <a:pt x="-1901" y="173641"/>
                      <a:pt x="-5139" y="210693"/>
                      <a:pt x="12768" y="232696"/>
                    </a:cubicBezTo>
                    <a:cubicBezTo>
                      <a:pt x="24865" y="247840"/>
                      <a:pt x="46772" y="255080"/>
                      <a:pt x="79633" y="255080"/>
                    </a:cubicBezTo>
                    <a:cubicBezTo>
                      <a:pt x="163739" y="255080"/>
                      <a:pt x="189552" y="208978"/>
                      <a:pt x="207649" y="123730"/>
                    </a:cubicBezTo>
                    <a:cubicBezTo>
                      <a:pt x="215936" y="84773"/>
                      <a:pt x="221175" y="45529"/>
                      <a:pt x="202601" y="22765"/>
                    </a:cubicBezTo>
                    <a:cubicBezTo>
                      <a:pt x="190314" y="7334"/>
                      <a:pt x="168121" y="0"/>
                      <a:pt x="135069" y="0"/>
                    </a:cubicBezTo>
                    <a:close/>
                    <a:moveTo>
                      <a:pt x="69251" y="208883"/>
                    </a:moveTo>
                    <a:cubicBezTo>
                      <a:pt x="60774" y="198311"/>
                      <a:pt x="61822" y="175927"/>
                      <a:pt x="73823" y="119729"/>
                    </a:cubicBezTo>
                    <a:lnTo>
                      <a:pt x="73823" y="119729"/>
                    </a:lnTo>
                    <a:cubicBezTo>
                      <a:pt x="84491" y="69628"/>
                      <a:pt x="92587" y="38862"/>
                      <a:pt x="125544" y="38862"/>
                    </a:cubicBezTo>
                    <a:cubicBezTo>
                      <a:pt x="135164" y="38862"/>
                      <a:pt x="142022" y="41529"/>
                      <a:pt x="146213" y="46768"/>
                    </a:cubicBezTo>
                    <a:cubicBezTo>
                      <a:pt x="156119" y="58960"/>
                      <a:pt x="151547" y="85154"/>
                      <a:pt x="143927" y="120968"/>
                    </a:cubicBezTo>
                    <a:cubicBezTo>
                      <a:pt x="127449" y="198311"/>
                      <a:pt x="117257" y="216122"/>
                      <a:pt x="89063" y="216122"/>
                    </a:cubicBezTo>
                    <a:cubicBezTo>
                      <a:pt x="79348" y="216122"/>
                      <a:pt x="73156" y="213931"/>
                      <a:pt x="69156" y="20888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4" name="Freeform: Shape 43">
                <a:extLst>
                  <a:ext uri="{FF2B5EF4-FFF2-40B4-BE49-F238E27FC236}">
                    <a16:creationId xmlns:a16="http://schemas.microsoft.com/office/drawing/2014/main" id="{B22FB865-912A-DF91-2ACB-F9C0E14D7CF4}"/>
                  </a:ext>
                </a:extLst>
              </p:cNvPr>
              <p:cNvSpPr/>
              <p:nvPr/>
            </p:nvSpPr>
            <p:spPr>
              <a:xfrm>
                <a:off x="14252845" y="1006661"/>
                <a:ext cx="230600" cy="250413"/>
              </a:xfrm>
              <a:custGeom>
                <a:avLst/>
                <a:gdLst>
                  <a:gd name="connsiteX0" fmla="*/ 166307 w 230600"/>
                  <a:gd name="connsiteY0" fmla="*/ 0 h 250413"/>
                  <a:gd name="connsiteX1" fmla="*/ 129826 w 230600"/>
                  <a:gd name="connsiteY1" fmla="*/ 171831 h 250413"/>
                  <a:gd name="connsiteX2" fmla="*/ 92392 w 230600"/>
                  <a:gd name="connsiteY2" fmla="*/ 212884 h 250413"/>
                  <a:gd name="connsiteX3" fmla="*/ 73628 w 230600"/>
                  <a:gd name="connsiteY3" fmla="*/ 205645 h 250413"/>
                  <a:gd name="connsiteX4" fmla="*/ 69056 w 230600"/>
                  <a:gd name="connsiteY4" fmla="*/ 189738 h 250413"/>
                  <a:gd name="connsiteX5" fmla="*/ 71438 w 230600"/>
                  <a:gd name="connsiteY5" fmla="*/ 170593 h 250413"/>
                  <a:gd name="connsiteX6" fmla="*/ 107728 w 230600"/>
                  <a:gd name="connsiteY6" fmla="*/ 95 h 250413"/>
                  <a:gd name="connsiteX7" fmla="*/ 43529 w 230600"/>
                  <a:gd name="connsiteY7" fmla="*/ 95 h 250413"/>
                  <a:gd name="connsiteX8" fmla="*/ 1238 w 230600"/>
                  <a:gd name="connsiteY8" fmla="*/ 199263 h 250413"/>
                  <a:gd name="connsiteX9" fmla="*/ 0 w 230600"/>
                  <a:gd name="connsiteY9" fmla="*/ 210502 h 250413"/>
                  <a:gd name="connsiteX10" fmla="*/ 7906 w 230600"/>
                  <a:gd name="connsiteY10" fmla="*/ 233839 h 250413"/>
                  <a:gd name="connsiteX11" fmla="*/ 49435 w 230600"/>
                  <a:gd name="connsiteY11" fmla="*/ 250412 h 250413"/>
                  <a:gd name="connsiteX12" fmla="*/ 118777 w 230600"/>
                  <a:gd name="connsiteY12" fmla="*/ 226028 h 250413"/>
                  <a:gd name="connsiteX13" fmla="*/ 114109 w 230600"/>
                  <a:gd name="connsiteY13" fmla="*/ 245459 h 250413"/>
                  <a:gd name="connsiteX14" fmla="*/ 180784 w 230600"/>
                  <a:gd name="connsiteY14" fmla="*/ 245459 h 250413"/>
                  <a:gd name="connsiteX15" fmla="*/ 188500 w 230600"/>
                  <a:gd name="connsiteY15" fmla="*/ 198025 h 250413"/>
                  <a:gd name="connsiteX16" fmla="*/ 230600 w 230600"/>
                  <a:gd name="connsiteY16" fmla="*/ 95 h 250413"/>
                  <a:gd name="connsiteX17" fmla="*/ 166307 w 230600"/>
                  <a:gd name="connsiteY17" fmla="*/ 95 h 25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600" h="250413">
                    <a:moveTo>
                      <a:pt x="166307" y="0"/>
                    </a:moveTo>
                    <a:cubicBezTo>
                      <a:pt x="165449" y="4477"/>
                      <a:pt x="129826" y="171831"/>
                      <a:pt x="129826" y="171831"/>
                    </a:cubicBezTo>
                    <a:cubicBezTo>
                      <a:pt x="125254" y="193072"/>
                      <a:pt x="117729" y="212884"/>
                      <a:pt x="92392" y="212884"/>
                    </a:cubicBezTo>
                    <a:cubicBezTo>
                      <a:pt x="83629" y="212884"/>
                      <a:pt x="77533" y="210502"/>
                      <a:pt x="73628" y="205645"/>
                    </a:cubicBezTo>
                    <a:cubicBezTo>
                      <a:pt x="70199" y="201549"/>
                      <a:pt x="69056" y="195929"/>
                      <a:pt x="69056" y="189738"/>
                    </a:cubicBezTo>
                    <a:cubicBezTo>
                      <a:pt x="69056" y="183547"/>
                      <a:pt x="70104" y="176784"/>
                      <a:pt x="71438" y="170593"/>
                    </a:cubicBezTo>
                    <a:cubicBezTo>
                      <a:pt x="71438" y="170593"/>
                      <a:pt x="106299" y="6667"/>
                      <a:pt x="107728" y="95"/>
                    </a:cubicBezTo>
                    <a:lnTo>
                      <a:pt x="43529" y="95"/>
                    </a:lnTo>
                    <a:cubicBezTo>
                      <a:pt x="42577" y="4667"/>
                      <a:pt x="1238" y="199263"/>
                      <a:pt x="1238" y="199263"/>
                    </a:cubicBezTo>
                    <a:cubicBezTo>
                      <a:pt x="476" y="203073"/>
                      <a:pt x="0" y="206883"/>
                      <a:pt x="0" y="210502"/>
                    </a:cubicBezTo>
                    <a:cubicBezTo>
                      <a:pt x="0" y="219551"/>
                      <a:pt x="2762" y="227457"/>
                      <a:pt x="7906" y="233839"/>
                    </a:cubicBezTo>
                    <a:cubicBezTo>
                      <a:pt x="16383" y="244412"/>
                      <a:pt x="31528" y="250412"/>
                      <a:pt x="49435" y="250412"/>
                    </a:cubicBezTo>
                    <a:cubicBezTo>
                      <a:pt x="95631" y="250603"/>
                      <a:pt x="118777" y="226028"/>
                      <a:pt x="118777" y="226028"/>
                    </a:cubicBezTo>
                    <a:cubicBezTo>
                      <a:pt x="118777" y="226028"/>
                      <a:pt x="115253" y="240316"/>
                      <a:pt x="114109" y="245459"/>
                    </a:cubicBezTo>
                    <a:lnTo>
                      <a:pt x="180784" y="245459"/>
                    </a:lnTo>
                    <a:cubicBezTo>
                      <a:pt x="182975" y="227933"/>
                      <a:pt x="185452" y="212408"/>
                      <a:pt x="188500" y="198025"/>
                    </a:cubicBezTo>
                    <a:cubicBezTo>
                      <a:pt x="188500" y="198025"/>
                      <a:pt x="229076" y="6763"/>
                      <a:pt x="230600" y="95"/>
                    </a:cubicBezTo>
                    <a:lnTo>
                      <a:pt x="166307" y="95"/>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5" name="Freeform: Shape 44">
                <a:extLst>
                  <a:ext uri="{FF2B5EF4-FFF2-40B4-BE49-F238E27FC236}">
                    <a16:creationId xmlns:a16="http://schemas.microsoft.com/office/drawing/2014/main" id="{8D3620AC-51F0-C943-4939-A80F3D1E74D7}"/>
                  </a:ext>
                </a:extLst>
              </p:cNvPr>
              <p:cNvSpPr/>
              <p:nvPr/>
            </p:nvSpPr>
            <p:spPr>
              <a:xfrm>
                <a:off x="14485255" y="1001966"/>
                <a:ext cx="179927" cy="250058"/>
              </a:xfrm>
              <a:custGeom>
                <a:avLst/>
                <a:gdLst>
                  <a:gd name="connsiteX0" fmla="*/ 106870 w 179927"/>
                  <a:gd name="connsiteY0" fmla="*/ 33651 h 250058"/>
                  <a:gd name="connsiteX1" fmla="*/ 113062 w 179927"/>
                  <a:gd name="connsiteY1" fmla="*/ 4695 h 250058"/>
                  <a:gd name="connsiteX2" fmla="*/ 52197 w 179927"/>
                  <a:gd name="connsiteY2" fmla="*/ 4695 h 250058"/>
                  <a:gd name="connsiteX3" fmla="*/ 0 w 179927"/>
                  <a:gd name="connsiteY3" fmla="*/ 250059 h 250058"/>
                  <a:gd name="connsiteX4" fmla="*/ 64294 w 179927"/>
                  <a:gd name="connsiteY4" fmla="*/ 250059 h 250058"/>
                  <a:gd name="connsiteX5" fmla="*/ 92869 w 179927"/>
                  <a:gd name="connsiteY5" fmla="*/ 115661 h 250058"/>
                  <a:gd name="connsiteX6" fmla="*/ 168021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0" y="33651"/>
                    </a:moveTo>
                    <a:cubicBezTo>
                      <a:pt x="106870" y="33651"/>
                      <a:pt x="111919" y="10315"/>
                      <a:pt x="113062" y="4695"/>
                    </a:cubicBezTo>
                    <a:lnTo>
                      <a:pt x="52197" y="4695"/>
                    </a:lnTo>
                    <a:cubicBezTo>
                      <a:pt x="51244" y="9172"/>
                      <a:pt x="1429" y="243391"/>
                      <a:pt x="0" y="250059"/>
                    </a:cubicBezTo>
                    <a:lnTo>
                      <a:pt x="64294" y="250059"/>
                    </a:lnTo>
                    <a:cubicBezTo>
                      <a:pt x="65151" y="245773"/>
                      <a:pt x="92869" y="115661"/>
                      <a:pt x="92869" y="115661"/>
                    </a:cubicBezTo>
                    <a:cubicBezTo>
                      <a:pt x="97726" y="92230"/>
                      <a:pt x="106013" y="53653"/>
                      <a:pt x="168021" y="56606"/>
                    </a:cubicBezTo>
                    <a:cubicBezTo>
                      <a:pt x="168878" y="52510"/>
                      <a:pt x="178689" y="6600"/>
                      <a:pt x="179927" y="28"/>
                    </a:cubicBezTo>
                    <a:cubicBezTo>
                      <a:pt x="139922" y="-1115"/>
                      <a:pt x="106680" y="33651"/>
                      <a:pt x="106680" y="33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6" name="Freeform: Shape 45">
                <a:extLst>
                  <a:ext uri="{FF2B5EF4-FFF2-40B4-BE49-F238E27FC236}">
                    <a16:creationId xmlns:a16="http://schemas.microsoft.com/office/drawing/2014/main" id="{27A1606A-3A2C-4F26-0F51-74F31D25FCA6}"/>
                  </a:ext>
                </a:extLst>
              </p:cNvPr>
              <p:cNvSpPr/>
              <p:nvPr/>
            </p:nvSpPr>
            <p:spPr>
              <a:xfrm>
                <a:off x="13277771" y="1001966"/>
                <a:ext cx="179927" cy="250058"/>
              </a:xfrm>
              <a:custGeom>
                <a:avLst/>
                <a:gdLst>
                  <a:gd name="connsiteX0" fmla="*/ 106871 w 179927"/>
                  <a:gd name="connsiteY0" fmla="*/ 33651 h 250058"/>
                  <a:gd name="connsiteX1" fmla="*/ 112967 w 179927"/>
                  <a:gd name="connsiteY1" fmla="*/ 4695 h 250058"/>
                  <a:gd name="connsiteX2" fmla="*/ 52102 w 179927"/>
                  <a:gd name="connsiteY2" fmla="*/ 4695 h 250058"/>
                  <a:gd name="connsiteX3" fmla="*/ 0 w 179927"/>
                  <a:gd name="connsiteY3" fmla="*/ 250059 h 250058"/>
                  <a:gd name="connsiteX4" fmla="*/ 64198 w 179927"/>
                  <a:gd name="connsiteY4" fmla="*/ 250059 h 250058"/>
                  <a:gd name="connsiteX5" fmla="*/ 92869 w 179927"/>
                  <a:gd name="connsiteY5" fmla="*/ 115661 h 250058"/>
                  <a:gd name="connsiteX6" fmla="*/ 167926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1" y="33651"/>
                    </a:moveTo>
                    <a:cubicBezTo>
                      <a:pt x="106871" y="33651"/>
                      <a:pt x="111823" y="10315"/>
                      <a:pt x="112967" y="4695"/>
                    </a:cubicBezTo>
                    <a:lnTo>
                      <a:pt x="52102" y="4695"/>
                    </a:lnTo>
                    <a:cubicBezTo>
                      <a:pt x="51244" y="9172"/>
                      <a:pt x="1333" y="243391"/>
                      <a:pt x="0" y="250059"/>
                    </a:cubicBezTo>
                    <a:lnTo>
                      <a:pt x="64198" y="250059"/>
                    </a:lnTo>
                    <a:cubicBezTo>
                      <a:pt x="65151" y="245773"/>
                      <a:pt x="92869" y="115661"/>
                      <a:pt x="92869" y="115661"/>
                    </a:cubicBezTo>
                    <a:cubicBezTo>
                      <a:pt x="97726" y="92230"/>
                      <a:pt x="105918" y="53653"/>
                      <a:pt x="167926" y="56606"/>
                    </a:cubicBezTo>
                    <a:cubicBezTo>
                      <a:pt x="168783" y="52510"/>
                      <a:pt x="178594" y="6600"/>
                      <a:pt x="179927" y="28"/>
                    </a:cubicBezTo>
                    <a:cubicBezTo>
                      <a:pt x="139827" y="-1115"/>
                      <a:pt x="106680" y="33651"/>
                      <a:pt x="106680" y="33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7" name="Freeform: Shape 46">
                <a:extLst>
                  <a:ext uri="{FF2B5EF4-FFF2-40B4-BE49-F238E27FC236}">
                    <a16:creationId xmlns:a16="http://schemas.microsoft.com/office/drawing/2014/main" id="{AA55CEAC-7DFD-02CB-2C4E-05EC6F1EDC22}"/>
                  </a:ext>
                </a:extLst>
              </p:cNvPr>
              <p:cNvSpPr/>
              <p:nvPr/>
            </p:nvSpPr>
            <p:spPr>
              <a:xfrm>
                <a:off x="14647224" y="1001708"/>
                <a:ext cx="216934" cy="255174"/>
              </a:xfrm>
              <a:custGeom>
                <a:avLst/>
                <a:gdLst>
                  <a:gd name="connsiteX0" fmla="*/ 8433 w 216934"/>
                  <a:gd name="connsiteY0" fmla="*/ 124968 h 255174"/>
                  <a:gd name="connsiteX1" fmla="*/ 8433 w 216934"/>
                  <a:gd name="connsiteY1" fmla="*/ 124968 h 255174"/>
                  <a:gd name="connsiteX2" fmla="*/ 12719 w 216934"/>
                  <a:gd name="connsiteY2" fmla="*/ 232791 h 255174"/>
                  <a:gd name="connsiteX3" fmla="*/ 79775 w 216934"/>
                  <a:gd name="connsiteY3" fmla="*/ 255175 h 255174"/>
                  <a:gd name="connsiteX4" fmla="*/ 199028 w 216934"/>
                  <a:gd name="connsiteY4" fmla="*/ 163449 h 255174"/>
                  <a:gd name="connsiteX5" fmla="*/ 134734 w 216934"/>
                  <a:gd name="connsiteY5" fmla="*/ 163449 h 255174"/>
                  <a:gd name="connsiteX6" fmla="*/ 89205 w 216934"/>
                  <a:gd name="connsiteY6" fmla="*/ 216217 h 255174"/>
                  <a:gd name="connsiteX7" fmla="*/ 69297 w 216934"/>
                  <a:gd name="connsiteY7" fmla="*/ 208979 h 255174"/>
                  <a:gd name="connsiteX8" fmla="*/ 73774 w 216934"/>
                  <a:gd name="connsiteY8" fmla="*/ 119825 h 255174"/>
                  <a:gd name="connsiteX9" fmla="*/ 125685 w 216934"/>
                  <a:gd name="connsiteY9" fmla="*/ 38957 h 255174"/>
                  <a:gd name="connsiteX10" fmla="*/ 146926 w 216934"/>
                  <a:gd name="connsiteY10" fmla="*/ 46863 h 255174"/>
                  <a:gd name="connsiteX11" fmla="*/ 152355 w 216934"/>
                  <a:gd name="connsiteY11" fmla="*/ 66675 h 255174"/>
                  <a:gd name="connsiteX12" fmla="*/ 149784 w 216934"/>
                  <a:gd name="connsiteY12" fmla="*/ 88773 h 255174"/>
                  <a:gd name="connsiteX13" fmla="*/ 213887 w 216934"/>
                  <a:gd name="connsiteY13" fmla="*/ 88773 h 255174"/>
                  <a:gd name="connsiteX14" fmla="*/ 216935 w 216934"/>
                  <a:gd name="connsiteY14" fmla="*/ 63151 h 255174"/>
                  <a:gd name="connsiteX15" fmla="*/ 204838 w 216934"/>
                  <a:gd name="connsiteY15" fmla="*/ 23622 h 255174"/>
                  <a:gd name="connsiteX16" fmla="*/ 135020 w 216934"/>
                  <a:gd name="connsiteY16" fmla="*/ 0 h 255174"/>
                  <a:gd name="connsiteX17" fmla="*/ 8337 w 216934"/>
                  <a:gd name="connsiteY17" fmla="*/ 124873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934" h="255174">
                    <a:moveTo>
                      <a:pt x="8433" y="124968"/>
                    </a:moveTo>
                    <a:lnTo>
                      <a:pt x="8433" y="124968"/>
                    </a:lnTo>
                    <a:cubicBezTo>
                      <a:pt x="-1854" y="173736"/>
                      <a:pt x="-5188" y="210788"/>
                      <a:pt x="12719" y="232791"/>
                    </a:cubicBezTo>
                    <a:cubicBezTo>
                      <a:pt x="24816" y="247936"/>
                      <a:pt x="46914" y="255175"/>
                      <a:pt x="79775" y="255175"/>
                    </a:cubicBezTo>
                    <a:cubicBezTo>
                      <a:pt x="145783" y="255175"/>
                      <a:pt x="184645" y="225171"/>
                      <a:pt x="199028" y="163449"/>
                    </a:cubicBezTo>
                    <a:lnTo>
                      <a:pt x="134734" y="163449"/>
                    </a:lnTo>
                    <a:cubicBezTo>
                      <a:pt x="127114" y="197358"/>
                      <a:pt x="110922" y="216217"/>
                      <a:pt x="89205" y="216217"/>
                    </a:cubicBezTo>
                    <a:cubicBezTo>
                      <a:pt x="79394" y="216217"/>
                      <a:pt x="73298" y="214027"/>
                      <a:pt x="69297" y="208979"/>
                    </a:cubicBezTo>
                    <a:cubicBezTo>
                      <a:pt x="60630" y="198406"/>
                      <a:pt x="61773" y="176022"/>
                      <a:pt x="73774" y="119825"/>
                    </a:cubicBezTo>
                    <a:cubicBezTo>
                      <a:pt x="84442" y="69723"/>
                      <a:pt x="92729" y="38957"/>
                      <a:pt x="125685" y="38957"/>
                    </a:cubicBezTo>
                    <a:cubicBezTo>
                      <a:pt x="135591" y="38957"/>
                      <a:pt x="142735" y="41624"/>
                      <a:pt x="146926" y="46863"/>
                    </a:cubicBezTo>
                    <a:cubicBezTo>
                      <a:pt x="150641" y="51435"/>
                      <a:pt x="152355" y="57722"/>
                      <a:pt x="152355" y="66675"/>
                    </a:cubicBezTo>
                    <a:cubicBezTo>
                      <a:pt x="152355" y="72676"/>
                      <a:pt x="151403" y="80105"/>
                      <a:pt x="149784" y="88773"/>
                    </a:cubicBezTo>
                    <a:lnTo>
                      <a:pt x="213887" y="88773"/>
                    </a:lnTo>
                    <a:cubicBezTo>
                      <a:pt x="215697" y="79534"/>
                      <a:pt x="216935" y="70771"/>
                      <a:pt x="216935" y="63151"/>
                    </a:cubicBezTo>
                    <a:cubicBezTo>
                      <a:pt x="216935" y="46768"/>
                      <a:pt x="212934" y="33623"/>
                      <a:pt x="204838" y="23622"/>
                    </a:cubicBezTo>
                    <a:cubicBezTo>
                      <a:pt x="192075" y="7906"/>
                      <a:pt x="168643" y="0"/>
                      <a:pt x="135020" y="0"/>
                    </a:cubicBezTo>
                    <a:cubicBezTo>
                      <a:pt x="42627" y="0"/>
                      <a:pt x="22434" y="59055"/>
                      <a:pt x="8337" y="124873"/>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48" name="Freeform: Shape 47">
                <a:extLst>
                  <a:ext uri="{FF2B5EF4-FFF2-40B4-BE49-F238E27FC236}">
                    <a16:creationId xmlns:a16="http://schemas.microsoft.com/office/drawing/2014/main" id="{C3EC4784-7BE8-6285-E930-07B4EE4C425E}"/>
                  </a:ext>
                </a:extLst>
              </p:cNvPr>
              <p:cNvSpPr/>
              <p:nvPr/>
            </p:nvSpPr>
            <p:spPr>
              <a:xfrm>
                <a:off x="14868655" y="1001803"/>
                <a:ext cx="215531" cy="255079"/>
              </a:xfrm>
              <a:custGeom>
                <a:avLst/>
                <a:gdLst>
                  <a:gd name="connsiteX0" fmla="*/ 215531 w 215531"/>
                  <a:gd name="connsiteY0" fmla="*/ 67913 h 255079"/>
                  <a:gd name="connsiteX1" fmla="*/ 203244 w 215531"/>
                  <a:gd name="connsiteY1" fmla="*/ 23336 h 255079"/>
                  <a:gd name="connsiteX2" fmla="*/ 135140 w 215531"/>
                  <a:gd name="connsiteY2" fmla="*/ 0 h 255079"/>
                  <a:gd name="connsiteX3" fmla="*/ 8553 w 215531"/>
                  <a:gd name="connsiteY3" fmla="*/ 124873 h 255079"/>
                  <a:gd name="connsiteX4" fmla="*/ 12744 w 215531"/>
                  <a:gd name="connsiteY4" fmla="*/ 232696 h 255079"/>
                  <a:gd name="connsiteX5" fmla="*/ 79705 w 215531"/>
                  <a:gd name="connsiteY5" fmla="*/ 255080 h 255079"/>
                  <a:gd name="connsiteX6" fmla="*/ 157143 w 215531"/>
                  <a:gd name="connsiteY6" fmla="*/ 231362 h 255079"/>
                  <a:gd name="connsiteX7" fmla="*/ 195624 w 215531"/>
                  <a:gd name="connsiteY7" fmla="*/ 171355 h 255079"/>
                  <a:gd name="connsiteX8" fmla="*/ 130568 w 215531"/>
                  <a:gd name="connsiteY8" fmla="*/ 171355 h 255079"/>
                  <a:gd name="connsiteX9" fmla="*/ 89135 w 215531"/>
                  <a:gd name="connsiteY9" fmla="*/ 216122 h 255079"/>
                  <a:gd name="connsiteX10" fmla="*/ 71037 w 215531"/>
                  <a:gd name="connsiteY10" fmla="*/ 208312 h 255079"/>
                  <a:gd name="connsiteX11" fmla="*/ 64179 w 215531"/>
                  <a:gd name="connsiteY11" fmla="*/ 182309 h 255079"/>
                  <a:gd name="connsiteX12" fmla="*/ 70370 w 215531"/>
                  <a:gd name="connsiteY12" fmla="*/ 138112 h 255079"/>
                  <a:gd name="connsiteX13" fmla="*/ 204578 w 215531"/>
                  <a:gd name="connsiteY13" fmla="*/ 138112 h 255079"/>
                  <a:gd name="connsiteX14" fmla="*/ 205149 w 215531"/>
                  <a:gd name="connsiteY14" fmla="*/ 135827 h 255079"/>
                  <a:gd name="connsiteX15" fmla="*/ 215531 w 215531"/>
                  <a:gd name="connsiteY15" fmla="*/ 67818 h 255079"/>
                  <a:gd name="connsiteX16" fmla="*/ 79038 w 215531"/>
                  <a:gd name="connsiteY16" fmla="*/ 97822 h 255079"/>
                  <a:gd name="connsiteX17" fmla="*/ 125901 w 215531"/>
                  <a:gd name="connsiteY17" fmla="*/ 37433 h 255079"/>
                  <a:gd name="connsiteX18" fmla="*/ 147618 w 215531"/>
                  <a:gd name="connsiteY18" fmla="*/ 45910 h 255079"/>
                  <a:gd name="connsiteX19" fmla="*/ 148952 w 215531"/>
                  <a:gd name="connsiteY19" fmla="*/ 97917 h 255079"/>
                  <a:gd name="connsiteX20" fmla="*/ 147999 w 215531"/>
                  <a:gd name="connsiteY20" fmla="*/ 102203 h 255079"/>
                  <a:gd name="connsiteX21" fmla="*/ 77990 w 215531"/>
                  <a:gd name="connsiteY21" fmla="*/ 102203 h 255079"/>
                  <a:gd name="connsiteX22" fmla="*/ 78943 w 215531"/>
                  <a:gd name="connsiteY22" fmla="*/ 97727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5531" h="255079">
                    <a:moveTo>
                      <a:pt x="215531" y="67913"/>
                    </a:moveTo>
                    <a:cubicBezTo>
                      <a:pt x="215531" y="50102"/>
                      <a:pt x="212197" y="34766"/>
                      <a:pt x="203244" y="23336"/>
                    </a:cubicBezTo>
                    <a:cubicBezTo>
                      <a:pt x="190862" y="7620"/>
                      <a:pt x="168573" y="0"/>
                      <a:pt x="135140" y="0"/>
                    </a:cubicBezTo>
                    <a:cubicBezTo>
                      <a:pt x="42653" y="0"/>
                      <a:pt x="22460" y="59055"/>
                      <a:pt x="8553" y="124873"/>
                    </a:cubicBezTo>
                    <a:cubicBezTo>
                      <a:pt x="-2020" y="173641"/>
                      <a:pt x="-5068" y="210693"/>
                      <a:pt x="12744" y="232696"/>
                    </a:cubicBezTo>
                    <a:cubicBezTo>
                      <a:pt x="25031" y="247840"/>
                      <a:pt x="46939" y="255080"/>
                      <a:pt x="79705" y="255080"/>
                    </a:cubicBezTo>
                    <a:cubicBezTo>
                      <a:pt x="110375" y="255080"/>
                      <a:pt x="137236" y="246888"/>
                      <a:pt x="157143" y="231362"/>
                    </a:cubicBezTo>
                    <a:cubicBezTo>
                      <a:pt x="175812" y="217170"/>
                      <a:pt x="188671" y="196882"/>
                      <a:pt x="195624" y="171355"/>
                    </a:cubicBezTo>
                    <a:lnTo>
                      <a:pt x="130568" y="171355"/>
                    </a:lnTo>
                    <a:cubicBezTo>
                      <a:pt x="123615" y="200882"/>
                      <a:pt x="109899" y="216122"/>
                      <a:pt x="89135" y="216122"/>
                    </a:cubicBezTo>
                    <a:cubicBezTo>
                      <a:pt x="81324" y="216122"/>
                      <a:pt x="75323" y="213551"/>
                      <a:pt x="71037" y="208312"/>
                    </a:cubicBezTo>
                    <a:cubicBezTo>
                      <a:pt x="66084" y="202120"/>
                      <a:pt x="64179" y="192977"/>
                      <a:pt x="64179" y="182309"/>
                    </a:cubicBezTo>
                    <a:cubicBezTo>
                      <a:pt x="64179" y="168783"/>
                      <a:pt x="67227" y="152972"/>
                      <a:pt x="70370" y="138112"/>
                    </a:cubicBezTo>
                    <a:lnTo>
                      <a:pt x="204578" y="138112"/>
                    </a:lnTo>
                    <a:lnTo>
                      <a:pt x="205149" y="135827"/>
                    </a:lnTo>
                    <a:cubicBezTo>
                      <a:pt x="210769" y="112109"/>
                      <a:pt x="215531" y="88392"/>
                      <a:pt x="215531" y="67818"/>
                    </a:cubicBezTo>
                    <a:close/>
                    <a:moveTo>
                      <a:pt x="79038" y="97822"/>
                    </a:moveTo>
                    <a:cubicBezTo>
                      <a:pt x="83610" y="76771"/>
                      <a:pt x="91802" y="37433"/>
                      <a:pt x="125901" y="37433"/>
                    </a:cubicBezTo>
                    <a:cubicBezTo>
                      <a:pt x="135712" y="37433"/>
                      <a:pt x="143046" y="40291"/>
                      <a:pt x="147618" y="45910"/>
                    </a:cubicBezTo>
                    <a:cubicBezTo>
                      <a:pt x="157429" y="58102"/>
                      <a:pt x="152762" y="80296"/>
                      <a:pt x="148952" y="97917"/>
                    </a:cubicBezTo>
                    <a:lnTo>
                      <a:pt x="147999" y="102203"/>
                    </a:lnTo>
                    <a:lnTo>
                      <a:pt x="77990" y="102203"/>
                    </a:lnTo>
                    <a:lnTo>
                      <a:pt x="78943" y="97727"/>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grpSp>
          <p:nvGrpSpPr>
            <p:cNvPr id="15" name="Graphic 48">
              <a:extLst>
                <a:ext uri="{FF2B5EF4-FFF2-40B4-BE49-F238E27FC236}">
                  <a16:creationId xmlns:a16="http://schemas.microsoft.com/office/drawing/2014/main" id="{1B4ED3B3-D3D3-34F7-C5AF-31A7641519BC}"/>
                </a:ext>
              </a:extLst>
            </p:cNvPr>
            <p:cNvGrpSpPr/>
            <p:nvPr/>
          </p:nvGrpSpPr>
          <p:grpSpPr>
            <a:xfrm>
              <a:off x="15103999" y="1010566"/>
              <a:ext cx="48577" cy="48577"/>
              <a:chOff x="15103999" y="1010566"/>
              <a:chExt cx="48577" cy="48577"/>
            </a:xfrm>
            <a:grpFill/>
          </p:grpSpPr>
          <p:sp>
            <p:nvSpPr>
              <p:cNvPr id="17" name="Freeform: Shape 16">
                <a:extLst>
                  <a:ext uri="{FF2B5EF4-FFF2-40B4-BE49-F238E27FC236}">
                    <a16:creationId xmlns:a16="http://schemas.microsoft.com/office/drawing/2014/main" id="{840D091C-6876-D6CE-FAE7-BDB80FE5E134}"/>
                  </a:ext>
                </a:extLst>
              </p:cNvPr>
              <p:cNvSpPr/>
              <p:nvPr/>
            </p:nvSpPr>
            <p:spPr>
              <a:xfrm>
                <a:off x="15121430" y="1021996"/>
                <a:ext cx="17621" cy="25145"/>
              </a:xfrm>
              <a:custGeom>
                <a:avLst/>
                <a:gdLst>
                  <a:gd name="connsiteX0" fmla="*/ 13716 w 17621"/>
                  <a:gd name="connsiteY0" fmla="*/ 25051 h 25145"/>
                  <a:gd name="connsiteX1" fmla="*/ 7048 w 17621"/>
                  <a:gd name="connsiteY1" fmla="*/ 14383 h 25145"/>
                  <a:gd name="connsiteX2" fmla="*/ 3334 w 17621"/>
                  <a:gd name="connsiteY2" fmla="*/ 14288 h 25145"/>
                  <a:gd name="connsiteX3" fmla="*/ 3334 w 17621"/>
                  <a:gd name="connsiteY3" fmla="*/ 25146 h 25145"/>
                  <a:gd name="connsiteX4" fmla="*/ 0 w 17621"/>
                  <a:gd name="connsiteY4" fmla="*/ 25146 h 25145"/>
                  <a:gd name="connsiteX5" fmla="*/ 0 w 17621"/>
                  <a:gd name="connsiteY5" fmla="*/ 190 h 25145"/>
                  <a:gd name="connsiteX6" fmla="*/ 2667 w 17621"/>
                  <a:gd name="connsiteY6" fmla="*/ 0 h 25145"/>
                  <a:gd name="connsiteX7" fmla="*/ 6191 w 17621"/>
                  <a:gd name="connsiteY7" fmla="*/ 0 h 25145"/>
                  <a:gd name="connsiteX8" fmla="*/ 15240 w 17621"/>
                  <a:gd name="connsiteY8" fmla="*/ 7144 h 25145"/>
                  <a:gd name="connsiteX9" fmla="*/ 13811 w 17621"/>
                  <a:gd name="connsiteY9" fmla="*/ 11335 h 25145"/>
                  <a:gd name="connsiteX10" fmla="*/ 10382 w 17621"/>
                  <a:gd name="connsiteY10" fmla="*/ 13621 h 25145"/>
                  <a:gd name="connsiteX11" fmla="*/ 17621 w 17621"/>
                  <a:gd name="connsiteY11" fmla="*/ 25051 h 25145"/>
                  <a:gd name="connsiteX12" fmla="*/ 13716 w 17621"/>
                  <a:gd name="connsiteY12" fmla="*/ 25051 h 25145"/>
                  <a:gd name="connsiteX13" fmla="*/ 3429 w 17621"/>
                  <a:gd name="connsiteY13" fmla="*/ 3143 h 25145"/>
                  <a:gd name="connsiteX14" fmla="*/ 3429 w 17621"/>
                  <a:gd name="connsiteY14" fmla="*/ 11240 h 25145"/>
                  <a:gd name="connsiteX15" fmla="*/ 5810 w 17621"/>
                  <a:gd name="connsiteY15" fmla="*/ 11430 h 25145"/>
                  <a:gd name="connsiteX16" fmla="*/ 10382 w 17621"/>
                  <a:gd name="connsiteY16" fmla="*/ 10477 h 25145"/>
                  <a:gd name="connsiteX17" fmla="*/ 11716 w 17621"/>
                  <a:gd name="connsiteY17" fmla="*/ 6953 h 25145"/>
                  <a:gd name="connsiteX18" fmla="*/ 10287 w 17621"/>
                  <a:gd name="connsiteY18" fmla="*/ 3905 h 25145"/>
                  <a:gd name="connsiteX19" fmla="*/ 5524 w 17621"/>
                  <a:gd name="connsiteY19" fmla="*/ 3048 h 25145"/>
                  <a:gd name="connsiteX20" fmla="*/ 3429 w 17621"/>
                  <a:gd name="connsiteY20" fmla="*/ 3238 h 25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21" h="25145">
                    <a:moveTo>
                      <a:pt x="13716" y="25051"/>
                    </a:moveTo>
                    <a:lnTo>
                      <a:pt x="7048" y="14383"/>
                    </a:lnTo>
                    <a:cubicBezTo>
                      <a:pt x="6287" y="14383"/>
                      <a:pt x="5048" y="14383"/>
                      <a:pt x="3334" y="14288"/>
                    </a:cubicBezTo>
                    <a:lnTo>
                      <a:pt x="3334" y="25146"/>
                    </a:lnTo>
                    <a:lnTo>
                      <a:pt x="0" y="25146"/>
                    </a:lnTo>
                    <a:lnTo>
                      <a:pt x="0" y="190"/>
                    </a:lnTo>
                    <a:cubicBezTo>
                      <a:pt x="0" y="190"/>
                      <a:pt x="1048" y="190"/>
                      <a:pt x="2667" y="0"/>
                    </a:cubicBezTo>
                    <a:cubicBezTo>
                      <a:pt x="4286" y="0"/>
                      <a:pt x="5524" y="0"/>
                      <a:pt x="6191" y="0"/>
                    </a:cubicBezTo>
                    <a:cubicBezTo>
                      <a:pt x="12287" y="0"/>
                      <a:pt x="15240" y="2381"/>
                      <a:pt x="15240" y="7144"/>
                    </a:cubicBezTo>
                    <a:cubicBezTo>
                      <a:pt x="15240" y="8668"/>
                      <a:pt x="14764" y="10096"/>
                      <a:pt x="13811" y="11335"/>
                    </a:cubicBezTo>
                    <a:cubicBezTo>
                      <a:pt x="12859" y="12573"/>
                      <a:pt x="11621" y="13335"/>
                      <a:pt x="10382" y="13621"/>
                    </a:cubicBezTo>
                    <a:lnTo>
                      <a:pt x="17621" y="25051"/>
                    </a:lnTo>
                    <a:lnTo>
                      <a:pt x="13716" y="25051"/>
                    </a:lnTo>
                    <a:close/>
                    <a:moveTo>
                      <a:pt x="3429" y="3143"/>
                    </a:moveTo>
                    <a:lnTo>
                      <a:pt x="3429" y="11240"/>
                    </a:lnTo>
                    <a:cubicBezTo>
                      <a:pt x="4286" y="11335"/>
                      <a:pt x="5144" y="11430"/>
                      <a:pt x="5810" y="11430"/>
                    </a:cubicBezTo>
                    <a:cubicBezTo>
                      <a:pt x="7906" y="11430"/>
                      <a:pt x="9335" y="11049"/>
                      <a:pt x="10382" y="10477"/>
                    </a:cubicBezTo>
                    <a:cubicBezTo>
                      <a:pt x="11239" y="9811"/>
                      <a:pt x="11716" y="8668"/>
                      <a:pt x="11716" y="6953"/>
                    </a:cubicBezTo>
                    <a:cubicBezTo>
                      <a:pt x="11716" y="5524"/>
                      <a:pt x="11239" y="4572"/>
                      <a:pt x="10287" y="3905"/>
                    </a:cubicBezTo>
                    <a:cubicBezTo>
                      <a:pt x="9335" y="3238"/>
                      <a:pt x="7715" y="3048"/>
                      <a:pt x="5524" y="3048"/>
                    </a:cubicBezTo>
                    <a:cubicBezTo>
                      <a:pt x="5144" y="3048"/>
                      <a:pt x="4477" y="3048"/>
                      <a:pt x="3429" y="323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sp>
            <p:nvSpPr>
              <p:cNvPr id="18" name="Freeform: Shape 17">
                <a:extLst>
                  <a:ext uri="{FF2B5EF4-FFF2-40B4-BE49-F238E27FC236}">
                    <a16:creationId xmlns:a16="http://schemas.microsoft.com/office/drawing/2014/main" id="{9D75E087-25AC-6760-1CCB-14ED4A5EA1B7}"/>
                  </a:ext>
                </a:extLst>
              </p:cNvPr>
              <p:cNvSpPr/>
              <p:nvPr/>
            </p:nvSpPr>
            <p:spPr>
              <a:xfrm>
                <a:off x="15103999" y="1010566"/>
                <a:ext cx="48577" cy="48577"/>
              </a:xfrm>
              <a:custGeom>
                <a:avLst/>
                <a:gdLst>
                  <a:gd name="connsiteX0" fmla="*/ 0 w 48577"/>
                  <a:gd name="connsiteY0" fmla="*/ 24289 h 48577"/>
                  <a:gd name="connsiteX1" fmla="*/ 24289 w 48577"/>
                  <a:gd name="connsiteY1" fmla="*/ 0 h 48577"/>
                  <a:gd name="connsiteX2" fmla="*/ 24289 w 48577"/>
                  <a:gd name="connsiteY2" fmla="*/ 0 h 48577"/>
                  <a:gd name="connsiteX3" fmla="*/ 48577 w 48577"/>
                  <a:gd name="connsiteY3" fmla="*/ 24289 h 48577"/>
                  <a:gd name="connsiteX4" fmla="*/ 48577 w 48577"/>
                  <a:gd name="connsiteY4" fmla="*/ 24289 h 48577"/>
                  <a:gd name="connsiteX5" fmla="*/ 24289 w 48577"/>
                  <a:gd name="connsiteY5" fmla="*/ 48577 h 48577"/>
                  <a:gd name="connsiteX6" fmla="*/ 24289 w 48577"/>
                  <a:gd name="connsiteY6" fmla="*/ 48577 h 48577"/>
                  <a:gd name="connsiteX7" fmla="*/ 0 w 48577"/>
                  <a:gd name="connsiteY7" fmla="*/ 24289 h 48577"/>
                  <a:gd name="connsiteX8" fmla="*/ 0 w 48577"/>
                  <a:gd name="connsiteY8" fmla="*/ 24289 h 48577"/>
                  <a:gd name="connsiteX9" fmla="*/ 2096 w 48577"/>
                  <a:gd name="connsiteY9" fmla="*/ 24289 h 48577"/>
                  <a:gd name="connsiteX10" fmla="*/ 24289 w 48577"/>
                  <a:gd name="connsiteY10" fmla="*/ 46482 h 48577"/>
                  <a:gd name="connsiteX11" fmla="*/ 24289 w 48577"/>
                  <a:gd name="connsiteY11" fmla="*/ 46482 h 48577"/>
                  <a:gd name="connsiteX12" fmla="*/ 46577 w 48577"/>
                  <a:gd name="connsiteY12" fmla="*/ 24289 h 48577"/>
                  <a:gd name="connsiteX13" fmla="*/ 46577 w 48577"/>
                  <a:gd name="connsiteY13" fmla="*/ 24289 h 48577"/>
                  <a:gd name="connsiteX14" fmla="*/ 24289 w 48577"/>
                  <a:gd name="connsiteY14" fmla="*/ 2000 h 48577"/>
                  <a:gd name="connsiteX15" fmla="*/ 24289 w 48577"/>
                  <a:gd name="connsiteY15" fmla="*/ 2000 h 48577"/>
                  <a:gd name="connsiteX16" fmla="*/ 2096 w 48577"/>
                  <a:gd name="connsiteY16" fmla="*/ 24289 h 48577"/>
                  <a:gd name="connsiteX17" fmla="*/ 2096 w 48577"/>
                  <a:gd name="connsiteY17" fmla="*/ 24289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577" h="48577">
                    <a:moveTo>
                      <a:pt x="0" y="24289"/>
                    </a:moveTo>
                    <a:cubicBezTo>
                      <a:pt x="0" y="10858"/>
                      <a:pt x="10858" y="0"/>
                      <a:pt x="24289" y="0"/>
                    </a:cubicBezTo>
                    <a:lnTo>
                      <a:pt x="24289" y="0"/>
                    </a:lnTo>
                    <a:cubicBezTo>
                      <a:pt x="37719" y="0"/>
                      <a:pt x="48577" y="10858"/>
                      <a:pt x="48577" y="24289"/>
                    </a:cubicBezTo>
                    <a:lnTo>
                      <a:pt x="48577" y="24289"/>
                    </a:lnTo>
                    <a:cubicBezTo>
                      <a:pt x="48577" y="37624"/>
                      <a:pt x="37719" y="48577"/>
                      <a:pt x="24289" y="48577"/>
                    </a:cubicBezTo>
                    <a:lnTo>
                      <a:pt x="24289" y="48577"/>
                    </a:lnTo>
                    <a:cubicBezTo>
                      <a:pt x="10858" y="48577"/>
                      <a:pt x="0" y="37624"/>
                      <a:pt x="0" y="24289"/>
                    </a:cubicBezTo>
                    <a:lnTo>
                      <a:pt x="0" y="24289"/>
                    </a:lnTo>
                    <a:close/>
                    <a:moveTo>
                      <a:pt x="2096" y="24289"/>
                    </a:moveTo>
                    <a:cubicBezTo>
                      <a:pt x="2096" y="36481"/>
                      <a:pt x="12001" y="46482"/>
                      <a:pt x="24289" y="46482"/>
                    </a:cubicBezTo>
                    <a:lnTo>
                      <a:pt x="24289" y="46482"/>
                    </a:lnTo>
                    <a:cubicBezTo>
                      <a:pt x="36576" y="46482"/>
                      <a:pt x="46482" y="36481"/>
                      <a:pt x="46577" y="24289"/>
                    </a:cubicBezTo>
                    <a:lnTo>
                      <a:pt x="46577" y="24289"/>
                    </a:lnTo>
                    <a:cubicBezTo>
                      <a:pt x="46577" y="12002"/>
                      <a:pt x="36671" y="2000"/>
                      <a:pt x="24289" y="2000"/>
                    </a:cubicBezTo>
                    <a:lnTo>
                      <a:pt x="24289" y="2000"/>
                    </a:lnTo>
                    <a:cubicBezTo>
                      <a:pt x="12001" y="2000"/>
                      <a:pt x="2096" y="12002"/>
                      <a:pt x="2096" y="24289"/>
                    </a:cubicBezTo>
                    <a:lnTo>
                      <a:pt x="2096" y="24289"/>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000000"/>
                  </a:solidFill>
                  <a:effectLst/>
                  <a:uLnTx/>
                  <a:uFillTx/>
                  <a:latin typeface="Franklin Gothic Book" panose="020B0503020102020204"/>
                  <a:ea typeface="+mn-ea"/>
                  <a:cs typeface="+mn-cs"/>
                </a:endParaRPr>
              </a:p>
            </p:txBody>
          </p:sp>
        </p:grpSp>
      </p:grpSp>
    </p:spTree>
    <p:extLst>
      <p:ext uri="{BB962C8B-B14F-4D97-AF65-F5344CB8AC3E}">
        <p14:creationId xmlns:p14="http://schemas.microsoft.com/office/powerpoint/2010/main" val="23153968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A998B68-5C94-3C17-5C4B-6BA2409AF377}"/>
              </a:ext>
            </a:extLst>
          </p:cNvPr>
          <p:cNvSpPr>
            <a:spLocks noGrp="1"/>
          </p:cNvSpPr>
          <p:nvPr>
            <p:ph type="title"/>
          </p:nvPr>
        </p:nvSpPr>
        <p:spPr/>
        <p:txBody>
          <a:bodyPr/>
          <a:lstStyle/>
          <a:p>
            <a:r>
              <a:rPr lang="en-US" dirty="0"/>
              <a:t>Executive Summary</a:t>
            </a:r>
          </a:p>
        </p:txBody>
      </p:sp>
      <p:sp>
        <p:nvSpPr>
          <p:cNvPr id="3" name="Text 3">
            <a:extLst>
              <a:ext uri="{FF2B5EF4-FFF2-40B4-BE49-F238E27FC236}">
                <a16:creationId xmlns:a16="http://schemas.microsoft.com/office/drawing/2014/main" id="{31260B3D-C511-A282-5A28-9E376C2DDB0A}"/>
              </a:ext>
            </a:extLst>
          </p:cNvPr>
          <p:cNvSpPr/>
          <p:nvPr/>
        </p:nvSpPr>
        <p:spPr>
          <a:xfrm>
            <a:off x="457200" y="841248"/>
            <a:ext cx="11274552" cy="237744"/>
          </a:xfrm>
          <a:prstGeom prst="rect">
            <a:avLst/>
          </a:prstGeom>
          <a:noFill/>
          <a:ln/>
        </p:spPr>
        <p:txBody>
          <a:bodyPr wrap="square" lIns="0" tIns="0" rIns="0" bIns="0" rtlCol="0" anchor="ctr"/>
          <a:lstStyle/>
          <a:p>
            <a:pPr marL="0" indent="0">
              <a:buNone/>
            </a:pPr>
            <a:r>
              <a:rPr lang="en-US" sz="1400" b="1" dirty="0">
                <a:solidFill>
                  <a:srgbClr val="1C2247"/>
                </a:solidFill>
                <a:latin typeface="+mj-lt"/>
                <a:ea typeface="Calibri" pitchFamily="34" charset="-122"/>
                <a:cs typeface="Calibri" pitchFamily="34" charset="-120"/>
              </a:rPr>
              <a:t>&lt;Deal Name&gt; </a:t>
            </a:r>
            <a:r>
              <a:rPr lang="en-US" sz="1200" dirty="0">
                <a:solidFill>
                  <a:srgbClr val="4A5568"/>
                </a:solidFill>
                <a:latin typeface="+mj-lt"/>
                <a:ea typeface="Calibri" pitchFamily="34" charset="-122"/>
                <a:cs typeface="Calibri" pitchFamily="34" charset="-120"/>
              </a:rPr>
              <a:t>|  &lt;Organization&gt; |  Status: &lt;Text&gt;|  Overall RAG: </a:t>
            </a:r>
            <a:r>
              <a:rPr lang="en-US" sz="1200" b="1" dirty="0">
                <a:solidFill>
                  <a:srgbClr val="D97706"/>
                </a:solidFill>
                <a:latin typeface="+mj-lt"/>
                <a:ea typeface="Calibri" pitchFamily="34" charset="-122"/>
                <a:cs typeface="Calibri" pitchFamily="34" charset="-120"/>
              </a:rPr>
              <a:t>&lt;Text&gt;</a:t>
            </a:r>
            <a:r>
              <a:rPr lang="en-US" sz="1200" dirty="0">
                <a:solidFill>
                  <a:srgbClr val="4A5568"/>
                </a:solidFill>
                <a:latin typeface="+mj-lt"/>
                <a:ea typeface="Calibri" pitchFamily="34" charset="-122"/>
                <a:cs typeface="Calibri" pitchFamily="34" charset="-120"/>
              </a:rPr>
              <a:t>|  Current Phase: Phase XX — &lt;Phase label&gt;</a:t>
            </a:r>
            <a:endParaRPr lang="en-US" sz="1400" dirty="0">
              <a:latin typeface="+mj-lt"/>
            </a:endParaRPr>
          </a:p>
        </p:txBody>
      </p:sp>
      <p:sp>
        <p:nvSpPr>
          <p:cNvPr id="6" name="Shape 4">
            <a:extLst>
              <a:ext uri="{FF2B5EF4-FFF2-40B4-BE49-F238E27FC236}">
                <a16:creationId xmlns:a16="http://schemas.microsoft.com/office/drawing/2014/main" id="{75B490C1-AF26-8B75-C4B5-54BBAC1040AA}"/>
              </a:ext>
            </a:extLst>
          </p:cNvPr>
          <p:cNvSpPr/>
          <p:nvPr/>
        </p:nvSpPr>
        <p:spPr>
          <a:xfrm>
            <a:off x="457200" y="1236726"/>
            <a:ext cx="1839468" cy="219456"/>
          </a:xfrm>
          <a:prstGeom prst="roundRect">
            <a:avLst>
              <a:gd name="adj" fmla="val 16667"/>
            </a:avLst>
          </a:prstGeom>
          <a:solidFill>
            <a:srgbClr val="1C2247"/>
          </a:solidFill>
          <a:ln w="12700">
            <a:solidFill>
              <a:srgbClr val="1C2247"/>
            </a:solidFill>
            <a:prstDash val="solid"/>
          </a:ln>
        </p:spPr>
        <p:txBody>
          <a:bodyPr/>
          <a:lstStyle/>
          <a:p>
            <a:endParaRPr lang="en-US" sz="3600">
              <a:latin typeface="+mj-lt"/>
            </a:endParaRPr>
          </a:p>
        </p:txBody>
      </p:sp>
      <p:sp>
        <p:nvSpPr>
          <p:cNvPr id="9" name="Text 5">
            <a:extLst>
              <a:ext uri="{FF2B5EF4-FFF2-40B4-BE49-F238E27FC236}">
                <a16:creationId xmlns:a16="http://schemas.microsoft.com/office/drawing/2014/main" id="{3243BAA4-F7C9-0A4A-98B0-ED9E3D997962}"/>
              </a:ext>
            </a:extLst>
          </p:cNvPr>
          <p:cNvSpPr/>
          <p:nvPr/>
        </p:nvSpPr>
        <p:spPr>
          <a:xfrm>
            <a:off x="457200" y="1236726"/>
            <a:ext cx="1839468" cy="219456"/>
          </a:xfrm>
          <a:prstGeom prst="rect">
            <a:avLst/>
          </a:prstGeom>
          <a:noFill/>
          <a:ln/>
        </p:spPr>
        <p:txBody>
          <a:bodyPr wrap="square" lIns="0" tIns="0" rIns="0" bIns="0" rtlCol="0" anchor="ctr"/>
          <a:lstStyle/>
          <a:p>
            <a:pPr marL="0" indent="0" algn="ctr">
              <a:buNone/>
            </a:pPr>
            <a:r>
              <a:rPr lang="en-US" sz="1100" dirty="0">
                <a:solidFill>
                  <a:srgbClr val="FFFFFF"/>
                </a:solidFill>
                <a:latin typeface="+mj-lt"/>
                <a:ea typeface="Calibri" pitchFamily="34" charset="-122"/>
                <a:cs typeface="Calibri" pitchFamily="34" charset="-120"/>
              </a:rPr>
              <a:t>Phase 01 — Dire…</a:t>
            </a:r>
            <a:endParaRPr lang="en-US" sz="1100" dirty="0">
              <a:latin typeface="+mj-lt"/>
            </a:endParaRPr>
          </a:p>
        </p:txBody>
      </p:sp>
      <p:sp>
        <p:nvSpPr>
          <p:cNvPr id="11" name="Shape 6">
            <a:extLst>
              <a:ext uri="{FF2B5EF4-FFF2-40B4-BE49-F238E27FC236}">
                <a16:creationId xmlns:a16="http://schemas.microsoft.com/office/drawing/2014/main" id="{CDA120C4-D69B-8086-DBDC-C40C6F855074}"/>
              </a:ext>
            </a:extLst>
          </p:cNvPr>
          <p:cNvSpPr/>
          <p:nvPr/>
        </p:nvSpPr>
        <p:spPr>
          <a:xfrm>
            <a:off x="2333244" y="1236726"/>
            <a:ext cx="1839468" cy="219456"/>
          </a:xfrm>
          <a:prstGeom prst="roundRect">
            <a:avLst>
              <a:gd name="adj" fmla="val 16667"/>
            </a:avLst>
          </a:prstGeom>
          <a:solidFill>
            <a:srgbClr val="1C2247"/>
          </a:solidFill>
          <a:ln w="12700">
            <a:solidFill>
              <a:srgbClr val="1C2247"/>
            </a:solidFill>
            <a:prstDash val="solid"/>
          </a:ln>
        </p:spPr>
        <p:txBody>
          <a:bodyPr/>
          <a:lstStyle/>
          <a:p>
            <a:endParaRPr lang="en-US" sz="3600">
              <a:latin typeface="+mj-lt"/>
            </a:endParaRPr>
          </a:p>
        </p:txBody>
      </p:sp>
      <p:sp>
        <p:nvSpPr>
          <p:cNvPr id="13" name="Text 7">
            <a:extLst>
              <a:ext uri="{FF2B5EF4-FFF2-40B4-BE49-F238E27FC236}">
                <a16:creationId xmlns:a16="http://schemas.microsoft.com/office/drawing/2014/main" id="{D7670C03-98B4-81F5-2689-BF3D1FD2374C}"/>
              </a:ext>
            </a:extLst>
          </p:cNvPr>
          <p:cNvSpPr/>
          <p:nvPr/>
        </p:nvSpPr>
        <p:spPr>
          <a:xfrm>
            <a:off x="2333244" y="1236726"/>
            <a:ext cx="1839468" cy="219456"/>
          </a:xfrm>
          <a:prstGeom prst="rect">
            <a:avLst/>
          </a:prstGeom>
          <a:noFill/>
          <a:ln/>
        </p:spPr>
        <p:txBody>
          <a:bodyPr wrap="square" lIns="0" tIns="0" rIns="0" bIns="0" rtlCol="0" anchor="ctr"/>
          <a:lstStyle/>
          <a:p>
            <a:pPr marL="0" indent="0" algn="ctr">
              <a:buNone/>
            </a:pPr>
            <a:r>
              <a:rPr lang="en-US" sz="1100" dirty="0">
                <a:solidFill>
                  <a:srgbClr val="FFFFFF"/>
                </a:solidFill>
                <a:latin typeface="+mj-lt"/>
                <a:ea typeface="Calibri" pitchFamily="34" charset="-122"/>
                <a:cs typeface="Calibri" pitchFamily="34" charset="-120"/>
              </a:rPr>
              <a:t>Phase 02 — Read…</a:t>
            </a:r>
            <a:endParaRPr lang="en-US" sz="1100" dirty="0">
              <a:latin typeface="+mj-lt"/>
            </a:endParaRPr>
          </a:p>
        </p:txBody>
      </p:sp>
      <p:sp>
        <p:nvSpPr>
          <p:cNvPr id="15" name="Shape 8">
            <a:extLst>
              <a:ext uri="{FF2B5EF4-FFF2-40B4-BE49-F238E27FC236}">
                <a16:creationId xmlns:a16="http://schemas.microsoft.com/office/drawing/2014/main" id="{5BD8F8AA-2F69-7A4B-18CF-ABF45A7DDD87}"/>
              </a:ext>
            </a:extLst>
          </p:cNvPr>
          <p:cNvSpPr/>
          <p:nvPr/>
        </p:nvSpPr>
        <p:spPr>
          <a:xfrm>
            <a:off x="4209288" y="1236726"/>
            <a:ext cx="1839468" cy="219456"/>
          </a:xfrm>
          <a:prstGeom prst="roundRect">
            <a:avLst>
              <a:gd name="adj" fmla="val 16667"/>
            </a:avLst>
          </a:prstGeom>
          <a:solidFill>
            <a:srgbClr val="E16127"/>
          </a:solidFill>
          <a:ln w="12700">
            <a:solidFill>
              <a:srgbClr val="E16127"/>
            </a:solidFill>
            <a:prstDash val="solid"/>
          </a:ln>
        </p:spPr>
        <p:txBody>
          <a:bodyPr/>
          <a:lstStyle/>
          <a:p>
            <a:endParaRPr lang="en-US" sz="3600">
              <a:latin typeface="+mj-lt"/>
            </a:endParaRPr>
          </a:p>
        </p:txBody>
      </p:sp>
      <p:sp>
        <p:nvSpPr>
          <p:cNvPr id="17" name="Text 9">
            <a:extLst>
              <a:ext uri="{FF2B5EF4-FFF2-40B4-BE49-F238E27FC236}">
                <a16:creationId xmlns:a16="http://schemas.microsoft.com/office/drawing/2014/main" id="{B102481D-BFA0-269E-DC97-9B3EC6AE3CFC}"/>
              </a:ext>
            </a:extLst>
          </p:cNvPr>
          <p:cNvSpPr/>
          <p:nvPr/>
        </p:nvSpPr>
        <p:spPr>
          <a:xfrm>
            <a:off x="4209288" y="1236726"/>
            <a:ext cx="1839468" cy="219456"/>
          </a:xfrm>
          <a:prstGeom prst="rect">
            <a:avLst/>
          </a:prstGeom>
          <a:noFill/>
          <a:ln/>
        </p:spPr>
        <p:txBody>
          <a:bodyPr wrap="square" lIns="0" tIns="0" rIns="0" bIns="0" rtlCol="0" anchor="ctr"/>
          <a:lstStyle/>
          <a:p>
            <a:pPr marL="0" indent="0" algn="ctr">
              <a:buNone/>
            </a:pPr>
            <a:r>
              <a:rPr lang="en-US" sz="1100" dirty="0">
                <a:solidFill>
                  <a:srgbClr val="FFFFFF"/>
                </a:solidFill>
                <a:latin typeface="+mj-lt"/>
                <a:ea typeface="Calibri" pitchFamily="34" charset="-122"/>
                <a:cs typeface="Calibri" pitchFamily="34" charset="-120"/>
              </a:rPr>
              <a:t>Phase 03 — Inte…</a:t>
            </a:r>
            <a:endParaRPr lang="en-US" sz="1100" dirty="0">
              <a:latin typeface="+mj-lt"/>
            </a:endParaRPr>
          </a:p>
        </p:txBody>
      </p:sp>
      <p:sp>
        <p:nvSpPr>
          <p:cNvPr id="19" name="Shape 10">
            <a:extLst>
              <a:ext uri="{FF2B5EF4-FFF2-40B4-BE49-F238E27FC236}">
                <a16:creationId xmlns:a16="http://schemas.microsoft.com/office/drawing/2014/main" id="{F9923AFE-D949-8632-8904-5DA9E722C733}"/>
              </a:ext>
            </a:extLst>
          </p:cNvPr>
          <p:cNvSpPr/>
          <p:nvPr/>
        </p:nvSpPr>
        <p:spPr>
          <a:xfrm>
            <a:off x="6085332" y="1236726"/>
            <a:ext cx="1839468" cy="219456"/>
          </a:xfrm>
          <a:prstGeom prst="roundRect">
            <a:avLst>
              <a:gd name="adj" fmla="val 16667"/>
            </a:avLst>
          </a:prstGeom>
          <a:solidFill>
            <a:srgbClr val="D1D5DB"/>
          </a:solidFill>
          <a:ln w="12700">
            <a:solidFill>
              <a:srgbClr val="D1D5DB"/>
            </a:solidFill>
            <a:prstDash val="solid"/>
          </a:ln>
        </p:spPr>
        <p:txBody>
          <a:bodyPr/>
          <a:lstStyle/>
          <a:p>
            <a:endParaRPr lang="en-US" sz="3600">
              <a:latin typeface="+mj-lt"/>
            </a:endParaRPr>
          </a:p>
        </p:txBody>
      </p:sp>
      <p:sp>
        <p:nvSpPr>
          <p:cNvPr id="21" name="Text 11">
            <a:extLst>
              <a:ext uri="{FF2B5EF4-FFF2-40B4-BE49-F238E27FC236}">
                <a16:creationId xmlns:a16="http://schemas.microsoft.com/office/drawing/2014/main" id="{5403CCF6-A419-F386-831B-9956D1A44431}"/>
              </a:ext>
            </a:extLst>
          </p:cNvPr>
          <p:cNvSpPr/>
          <p:nvPr/>
        </p:nvSpPr>
        <p:spPr>
          <a:xfrm>
            <a:off x="6085332" y="1236726"/>
            <a:ext cx="1839468" cy="219456"/>
          </a:xfrm>
          <a:prstGeom prst="rect">
            <a:avLst/>
          </a:prstGeom>
          <a:noFill/>
          <a:ln/>
        </p:spPr>
        <p:txBody>
          <a:bodyPr wrap="square" lIns="0" tIns="0" rIns="0" bIns="0" rtlCol="0" anchor="ctr"/>
          <a:lstStyle/>
          <a:p>
            <a:pPr marL="0" indent="0" algn="ctr">
              <a:buNone/>
            </a:pPr>
            <a:r>
              <a:rPr lang="en-US" sz="1100" dirty="0">
                <a:solidFill>
                  <a:srgbClr val="6B7280"/>
                </a:solidFill>
                <a:latin typeface="+mj-lt"/>
                <a:ea typeface="Calibri" pitchFamily="34" charset="-122"/>
                <a:cs typeface="Calibri" pitchFamily="34" charset="-120"/>
              </a:rPr>
              <a:t>Phase 04 — Valu…</a:t>
            </a:r>
            <a:endParaRPr lang="en-US" sz="1100" dirty="0">
              <a:latin typeface="+mj-lt"/>
            </a:endParaRPr>
          </a:p>
        </p:txBody>
      </p:sp>
      <p:sp>
        <p:nvSpPr>
          <p:cNvPr id="23" name="Shape 12">
            <a:extLst>
              <a:ext uri="{FF2B5EF4-FFF2-40B4-BE49-F238E27FC236}">
                <a16:creationId xmlns:a16="http://schemas.microsoft.com/office/drawing/2014/main" id="{692B53BE-9DEA-74D3-464F-68E2C99E84F0}"/>
              </a:ext>
            </a:extLst>
          </p:cNvPr>
          <p:cNvSpPr/>
          <p:nvPr/>
        </p:nvSpPr>
        <p:spPr>
          <a:xfrm>
            <a:off x="7961376" y="1236726"/>
            <a:ext cx="1839468" cy="219456"/>
          </a:xfrm>
          <a:prstGeom prst="roundRect">
            <a:avLst>
              <a:gd name="adj" fmla="val 16667"/>
            </a:avLst>
          </a:prstGeom>
          <a:solidFill>
            <a:srgbClr val="D1D5DB"/>
          </a:solidFill>
          <a:ln w="12700">
            <a:solidFill>
              <a:srgbClr val="D1D5DB"/>
            </a:solidFill>
            <a:prstDash val="solid"/>
          </a:ln>
        </p:spPr>
        <p:txBody>
          <a:bodyPr/>
          <a:lstStyle/>
          <a:p>
            <a:endParaRPr lang="en-US" sz="3600">
              <a:latin typeface="+mj-lt"/>
            </a:endParaRPr>
          </a:p>
        </p:txBody>
      </p:sp>
      <p:sp>
        <p:nvSpPr>
          <p:cNvPr id="25" name="Text 13">
            <a:extLst>
              <a:ext uri="{FF2B5EF4-FFF2-40B4-BE49-F238E27FC236}">
                <a16:creationId xmlns:a16="http://schemas.microsoft.com/office/drawing/2014/main" id="{1F3ECDE4-DEE8-22C7-3A88-3D9CCDA13D38}"/>
              </a:ext>
            </a:extLst>
          </p:cNvPr>
          <p:cNvSpPr/>
          <p:nvPr/>
        </p:nvSpPr>
        <p:spPr>
          <a:xfrm>
            <a:off x="7961376" y="1236726"/>
            <a:ext cx="1839468" cy="219456"/>
          </a:xfrm>
          <a:prstGeom prst="rect">
            <a:avLst/>
          </a:prstGeom>
          <a:noFill/>
          <a:ln/>
        </p:spPr>
        <p:txBody>
          <a:bodyPr wrap="square" lIns="0" tIns="0" rIns="0" bIns="0" rtlCol="0" anchor="ctr"/>
          <a:lstStyle/>
          <a:p>
            <a:pPr marL="0" indent="0" algn="ctr">
              <a:buNone/>
            </a:pPr>
            <a:r>
              <a:rPr lang="en-US" sz="1100" dirty="0">
                <a:solidFill>
                  <a:srgbClr val="6B7280"/>
                </a:solidFill>
                <a:latin typeface="+mj-lt"/>
                <a:ea typeface="Calibri" pitchFamily="34" charset="-122"/>
                <a:cs typeface="Calibri" pitchFamily="34" charset="-120"/>
              </a:rPr>
              <a:t>Phase 05 — Embed</a:t>
            </a:r>
            <a:endParaRPr lang="en-US" sz="1100" dirty="0">
              <a:latin typeface="+mj-lt"/>
            </a:endParaRPr>
          </a:p>
        </p:txBody>
      </p:sp>
      <p:sp>
        <p:nvSpPr>
          <p:cNvPr id="27" name="Shape 14">
            <a:extLst>
              <a:ext uri="{FF2B5EF4-FFF2-40B4-BE49-F238E27FC236}">
                <a16:creationId xmlns:a16="http://schemas.microsoft.com/office/drawing/2014/main" id="{4F44AE4F-589D-9449-8199-DDD0E018D68B}"/>
              </a:ext>
            </a:extLst>
          </p:cNvPr>
          <p:cNvSpPr/>
          <p:nvPr/>
        </p:nvSpPr>
        <p:spPr>
          <a:xfrm>
            <a:off x="9837420" y="1236726"/>
            <a:ext cx="1839468" cy="219456"/>
          </a:xfrm>
          <a:prstGeom prst="roundRect">
            <a:avLst>
              <a:gd name="adj" fmla="val 16667"/>
            </a:avLst>
          </a:prstGeom>
          <a:solidFill>
            <a:srgbClr val="D1D5DB"/>
          </a:solidFill>
          <a:ln w="12700">
            <a:solidFill>
              <a:srgbClr val="D1D5DB"/>
            </a:solidFill>
            <a:prstDash val="solid"/>
          </a:ln>
        </p:spPr>
        <p:txBody>
          <a:bodyPr/>
          <a:lstStyle/>
          <a:p>
            <a:endParaRPr lang="en-US" sz="3600">
              <a:latin typeface="+mj-lt"/>
            </a:endParaRPr>
          </a:p>
        </p:txBody>
      </p:sp>
      <p:sp>
        <p:nvSpPr>
          <p:cNvPr id="29" name="Text 15">
            <a:extLst>
              <a:ext uri="{FF2B5EF4-FFF2-40B4-BE49-F238E27FC236}">
                <a16:creationId xmlns:a16="http://schemas.microsoft.com/office/drawing/2014/main" id="{B3A18AA0-C66D-7918-62FE-91C30EC86E93}"/>
              </a:ext>
            </a:extLst>
          </p:cNvPr>
          <p:cNvSpPr/>
          <p:nvPr/>
        </p:nvSpPr>
        <p:spPr>
          <a:xfrm>
            <a:off x="9837420" y="1236726"/>
            <a:ext cx="1839468" cy="219456"/>
          </a:xfrm>
          <a:prstGeom prst="rect">
            <a:avLst/>
          </a:prstGeom>
          <a:noFill/>
          <a:ln/>
        </p:spPr>
        <p:txBody>
          <a:bodyPr wrap="square" lIns="0" tIns="0" rIns="0" bIns="0" rtlCol="0" anchor="ctr"/>
          <a:lstStyle/>
          <a:p>
            <a:pPr marL="0" indent="0" algn="ctr">
              <a:buNone/>
            </a:pPr>
            <a:r>
              <a:rPr lang="en-US" sz="1100" dirty="0">
                <a:solidFill>
                  <a:srgbClr val="6B7280"/>
                </a:solidFill>
                <a:latin typeface="+mj-lt"/>
                <a:ea typeface="Calibri" pitchFamily="34" charset="-122"/>
                <a:cs typeface="Calibri" pitchFamily="34" charset="-120"/>
              </a:rPr>
              <a:t>Phase 06 — BAU …</a:t>
            </a:r>
            <a:endParaRPr lang="en-US" sz="1100" dirty="0">
              <a:latin typeface="+mj-lt"/>
            </a:endParaRPr>
          </a:p>
        </p:txBody>
      </p:sp>
      <p:sp>
        <p:nvSpPr>
          <p:cNvPr id="31" name="Text 16">
            <a:extLst>
              <a:ext uri="{FF2B5EF4-FFF2-40B4-BE49-F238E27FC236}">
                <a16:creationId xmlns:a16="http://schemas.microsoft.com/office/drawing/2014/main" id="{9065B844-2C3A-5FF6-5F50-B48C9B9968EE}"/>
              </a:ext>
            </a:extLst>
          </p:cNvPr>
          <p:cNvSpPr/>
          <p:nvPr/>
        </p:nvSpPr>
        <p:spPr>
          <a:xfrm>
            <a:off x="457200" y="1517904"/>
            <a:ext cx="5577840" cy="201168"/>
          </a:xfrm>
          <a:prstGeom prst="rect">
            <a:avLst/>
          </a:prstGeom>
          <a:noFill/>
          <a:ln/>
        </p:spPr>
        <p:txBody>
          <a:bodyPr wrap="square" lIns="0" tIns="0" rIns="0" bIns="0" rtlCol="0" anchor="ctr"/>
          <a:lstStyle/>
          <a:p>
            <a:pPr marL="0" indent="0">
              <a:buNone/>
            </a:pPr>
            <a:r>
              <a:rPr lang="en-US" sz="1200" b="1" dirty="0">
                <a:solidFill>
                  <a:srgbClr val="13338E"/>
                </a:solidFill>
                <a:latin typeface="+mj-lt"/>
                <a:ea typeface="Calibri" pitchFamily="34" charset="-122"/>
                <a:cs typeface="Calibri" pitchFamily="34" charset="-120"/>
              </a:rPr>
              <a:t>KEY METRICS</a:t>
            </a:r>
            <a:endParaRPr lang="en-US" sz="1200" dirty="0">
              <a:latin typeface="+mj-lt"/>
            </a:endParaRPr>
          </a:p>
        </p:txBody>
      </p:sp>
      <p:sp>
        <p:nvSpPr>
          <p:cNvPr id="33" name="Shape 17">
            <a:extLst>
              <a:ext uri="{FF2B5EF4-FFF2-40B4-BE49-F238E27FC236}">
                <a16:creationId xmlns:a16="http://schemas.microsoft.com/office/drawing/2014/main" id="{5889885F-BC9E-AB00-673F-10351F252D92}"/>
              </a:ext>
            </a:extLst>
          </p:cNvPr>
          <p:cNvSpPr/>
          <p:nvPr/>
        </p:nvSpPr>
        <p:spPr>
          <a:xfrm>
            <a:off x="457200" y="1810512"/>
            <a:ext cx="1813560" cy="740664"/>
          </a:xfrm>
          <a:prstGeom prst="rect">
            <a:avLst/>
          </a:prstGeom>
          <a:solidFill>
            <a:srgbClr val="F0F2F8"/>
          </a:solidFill>
          <a:ln w="12700">
            <a:solidFill>
              <a:srgbClr val="E2E8F0"/>
            </a:solidFill>
            <a:prstDash val="solid"/>
          </a:ln>
        </p:spPr>
        <p:txBody>
          <a:bodyPr/>
          <a:lstStyle/>
          <a:p>
            <a:endParaRPr lang="en-US" sz="3600">
              <a:latin typeface="+mj-lt"/>
            </a:endParaRPr>
          </a:p>
        </p:txBody>
      </p:sp>
      <p:sp>
        <p:nvSpPr>
          <p:cNvPr id="35" name="Text 18">
            <a:extLst>
              <a:ext uri="{FF2B5EF4-FFF2-40B4-BE49-F238E27FC236}">
                <a16:creationId xmlns:a16="http://schemas.microsoft.com/office/drawing/2014/main" id="{0038A151-B2C1-4F93-E0C3-2963BB33AF0C}"/>
              </a:ext>
            </a:extLst>
          </p:cNvPr>
          <p:cNvSpPr/>
          <p:nvPr/>
        </p:nvSpPr>
        <p:spPr>
          <a:xfrm>
            <a:off x="457200" y="1968246"/>
            <a:ext cx="1813560" cy="502920"/>
          </a:xfrm>
          <a:prstGeom prst="rect">
            <a:avLst/>
          </a:prstGeom>
          <a:noFill/>
          <a:ln/>
        </p:spPr>
        <p:txBody>
          <a:bodyPr wrap="square" lIns="0" tIns="0" rIns="0" bIns="0" rtlCol="0" anchor="ctr"/>
          <a:lstStyle/>
          <a:p>
            <a:pPr marL="0" indent="0" algn="ctr">
              <a:buNone/>
            </a:pPr>
            <a:r>
              <a:rPr lang="en-US" sz="1100" dirty="0">
                <a:solidFill>
                  <a:srgbClr val="4A5568"/>
                </a:solidFill>
                <a:latin typeface="+mj-lt"/>
                <a:ea typeface="Calibri" pitchFamily="34" charset="-122"/>
                <a:cs typeface="Calibri" pitchFamily="34" charset="-120"/>
              </a:rPr>
              <a:t>Total Tasks
</a:t>
            </a:r>
            <a:r>
              <a:rPr lang="en-US" sz="3600" b="1" dirty="0">
                <a:solidFill>
                  <a:srgbClr val="1C2247"/>
                </a:solidFill>
                <a:latin typeface="+mj-lt"/>
                <a:ea typeface="Calibri" pitchFamily="34" charset="-122"/>
                <a:cs typeface="Calibri" pitchFamily="34" charset="-120"/>
              </a:rPr>
              <a:t>&lt;#&gt;</a:t>
            </a:r>
            <a:endParaRPr lang="en-US" sz="1100" dirty="0">
              <a:latin typeface="+mj-lt"/>
            </a:endParaRPr>
          </a:p>
        </p:txBody>
      </p:sp>
      <p:sp>
        <p:nvSpPr>
          <p:cNvPr id="37" name="Shape 19">
            <a:extLst>
              <a:ext uri="{FF2B5EF4-FFF2-40B4-BE49-F238E27FC236}">
                <a16:creationId xmlns:a16="http://schemas.microsoft.com/office/drawing/2014/main" id="{69C4FF7A-79F1-8A14-EF31-B73CB60F50CF}"/>
              </a:ext>
            </a:extLst>
          </p:cNvPr>
          <p:cNvSpPr/>
          <p:nvPr/>
        </p:nvSpPr>
        <p:spPr>
          <a:xfrm>
            <a:off x="2316480" y="1810512"/>
            <a:ext cx="1813560" cy="740664"/>
          </a:xfrm>
          <a:prstGeom prst="rect">
            <a:avLst/>
          </a:prstGeom>
          <a:solidFill>
            <a:srgbClr val="F0F2F8"/>
          </a:solidFill>
          <a:ln w="12700">
            <a:solidFill>
              <a:srgbClr val="E2E8F0"/>
            </a:solidFill>
            <a:prstDash val="solid"/>
          </a:ln>
        </p:spPr>
        <p:txBody>
          <a:bodyPr/>
          <a:lstStyle/>
          <a:p>
            <a:endParaRPr lang="en-US" sz="3600">
              <a:latin typeface="+mj-lt"/>
            </a:endParaRPr>
          </a:p>
        </p:txBody>
      </p:sp>
      <p:sp>
        <p:nvSpPr>
          <p:cNvPr id="39" name="Text 20">
            <a:extLst>
              <a:ext uri="{FF2B5EF4-FFF2-40B4-BE49-F238E27FC236}">
                <a16:creationId xmlns:a16="http://schemas.microsoft.com/office/drawing/2014/main" id="{E3B0272B-A9AC-B200-E817-0E06C74583E7}"/>
              </a:ext>
            </a:extLst>
          </p:cNvPr>
          <p:cNvSpPr/>
          <p:nvPr/>
        </p:nvSpPr>
        <p:spPr>
          <a:xfrm>
            <a:off x="2316480" y="1968246"/>
            <a:ext cx="1813560" cy="502920"/>
          </a:xfrm>
          <a:prstGeom prst="rect">
            <a:avLst/>
          </a:prstGeom>
          <a:noFill/>
          <a:ln/>
        </p:spPr>
        <p:txBody>
          <a:bodyPr wrap="square" lIns="0" tIns="0" rIns="0" bIns="0" rtlCol="0" anchor="ctr"/>
          <a:lstStyle/>
          <a:p>
            <a:pPr marL="0" indent="0" algn="ctr">
              <a:buNone/>
            </a:pPr>
            <a:r>
              <a:rPr lang="en-US" sz="1100" dirty="0">
                <a:solidFill>
                  <a:srgbClr val="4A5568"/>
                </a:solidFill>
                <a:latin typeface="+mj-lt"/>
                <a:ea typeface="Calibri" pitchFamily="34" charset="-122"/>
                <a:cs typeface="Calibri" pitchFamily="34" charset="-120"/>
              </a:rPr>
              <a:t>Tasks GREEN
</a:t>
            </a:r>
            <a:r>
              <a:rPr lang="en-US" sz="3600" b="1" dirty="0">
                <a:solidFill>
                  <a:srgbClr val="16A34A"/>
                </a:solidFill>
                <a:latin typeface="+mj-lt"/>
                <a:ea typeface="Calibri" pitchFamily="34" charset="-122"/>
                <a:cs typeface="Calibri" pitchFamily="34" charset="-120"/>
              </a:rPr>
              <a:t>&lt;#&gt;</a:t>
            </a:r>
            <a:endParaRPr lang="en-US" sz="1100" dirty="0">
              <a:latin typeface="+mj-lt"/>
            </a:endParaRPr>
          </a:p>
        </p:txBody>
      </p:sp>
      <p:sp>
        <p:nvSpPr>
          <p:cNvPr id="41" name="Shape 21">
            <a:extLst>
              <a:ext uri="{FF2B5EF4-FFF2-40B4-BE49-F238E27FC236}">
                <a16:creationId xmlns:a16="http://schemas.microsoft.com/office/drawing/2014/main" id="{C6D2C38A-87E8-1E07-600F-333F73D1F0CA}"/>
              </a:ext>
            </a:extLst>
          </p:cNvPr>
          <p:cNvSpPr/>
          <p:nvPr/>
        </p:nvSpPr>
        <p:spPr>
          <a:xfrm>
            <a:off x="4175760" y="1810512"/>
            <a:ext cx="1813560" cy="740664"/>
          </a:xfrm>
          <a:prstGeom prst="rect">
            <a:avLst/>
          </a:prstGeom>
          <a:solidFill>
            <a:srgbClr val="F0F2F8"/>
          </a:solidFill>
          <a:ln w="12700">
            <a:solidFill>
              <a:srgbClr val="E2E8F0"/>
            </a:solidFill>
            <a:prstDash val="solid"/>
          </a:ln>
        </p:spPr>
        <p:txBody>
          <a:bodyPr/>
          <a:lstStyle/>
          <a:p>
            <a:endParaRPr lang="en-US" sz="3600">
              <a:latin typeface="+mj-lt"/>
            </a:endParaRPr>
          </a:p>
        </p:txBody>
      </p:sp>
      <p:sp>
        <p:nvSpPr>
          <p:cNvPr id="43" name="Text 22">
            <a:extLst>
              <a:ext uri="{FF2B5EF4-FFF2-40B4-BE49-F238E27FC236}">
                <a16:creationId xmlns:a16="http://schemas.microsoft.com/office/drawing/2014/main" id="{512B4917-744C-F62E-7866-E458FE16535E}"/>
              </a:ext>
            </a:extLst>
          </p:cNvPr>
          <p:cNvSpPr/>
          <p:nvPr/>
        </p:nvSpPr>
        <p:spPr>
          <a:xfrm>
            <a:off x="4175760" y="1968246"/>
            <a:ext cx="1813560" cy="502920"/>
          </a:xfrm>
          <a:prstGeom prst="rect">
            <a:avLst/>
          </a:prstGeom>
          <a:noFill/>
          <a:ln/>
        </p:spPr>
        <p:txBody>
          <a:bodyPr wrap="square" lIns="0" tIns="0" rIns="0" bIns="0" rtlCol="0" anchor="ctr"/>
          <a:lstStyle/>
          <a:p>
            <a:pPr marL="0" indent="0" algn="ctr">
              <a:buNone/>
            </a:pPr>
            <a:r>
              <a:rPr lang="en-US" sz="1100" dirty="0">
                <a:solidFill>
                  <a:srgbClr val="4A5568"/>
                </a:solidFill>
                <a:latin typeface="+mj-lt"/>
                <a:ea typeface="Calibri" pitchFamily="34" charset="-122"/>
                <a:cs typeface="Calibri" pitchFamily="34" charset="-120"/>
              </a:rPr>
              <a:t>Tasks RED
</a:t>
            </a:r>
            <a:r>
              <a:rPr lang="en-US" sz="3600" b="1" dirty="0">
                <a:solidFill>
                  <a:srgbClr val="DC2626"/>
                </a:solidFill>
                <a:latin typeface="+mj-lt"/>
                <a:ea typeface="Calibri" pitchFamily="34" charset="-122"/>
                <a:cs typeface="Calibri" pitchFamily="34" charset="-120"/>
              </a:rPr>
              <a:t>&lt;#&gt;</a:t>
            </a:r>
            <a:endParaRPr lang="en-US" sz="1100" dirty="0">
              <a:latin typeface="+mj-lt"/>
            </a:endParaRPr>
          </a:p>
        </p:txBody>
      </p:sp>
      <p:sp>
        <p:nvSpPr>
          <p:cNvPr id="45" name="Text 23">
            <a:extLst>
              <a:ext uri="{FF2B5EF4-FFF2-40B4-BE49-F238E27FC236}">
                <a16:creationId xmlns:a16="http://schemas.microsoft.com/office/drawing/2014/main" id="{FAEDE431-3CEF-C20E-E230-4F1F7FAF8876}"/>
              </a:ext>
            </a:extLst>
          </p:cNvPr>
          <p:cNvSpPr/>
          <p:nvPr/>
        </p:nvSpPr>
        <p:spPr>
          <a:xfrm>
            <a:off x="457200" y="2631186"/>
            <a:ext cx="5577840" cy="201168"/>
          </a:xfrm>
          <a:prstGeom prst="rect">
            <a:avLst/>
          </a:prstGeom>
          <a:noFill/>
          <a:ln/>
        </p:spPr>
        <p:txBody>
          <a:bodyPr wrap="square" lIns="0" tIns="0" rIns="0" bIns="0" rtlCol="0" anchor="ctr"/>
          <a:lstStyle/>
          <a:p>
            <a:pPr marL="0" indent="0">
              <a:buNone/>
            </a:pPr>
            <a:r>
              <a:rPr lang="en-US" sz="1200" b="1" dirty="0">
                <a:solidFill>
                  <a:srgbClr val="13338E"/>
                </a:solidFill>
                <a:latin typeface="+mj-lt"/>
                <a:ea typeface="Calibri" pitchFamily="34" charset="-122"/>
                <a:cs typeface="Calibri" pitchFamily="34" charset="-120"/>
              </a:rPr>
              <a:t>SYNERGY SNAPSHOT</a:t>
            </a:r>
            <a:endParaRPr lang="en-US" sz="1200" dirty="0">
              <a:latin typeface="+mj-lt"/>
            </a:endParaRPr>
          </a:p>
        </p:txBody>
      </p:sp>
      <p:graphicFrame>
        <p:nvGraphicFramePr>
          <p:cNvPr id="47" name="Table 0">
            <a:extLst>
              <a:ext uri="{FF2B5EF4-FFF2-40B4-BE49-F238E27FC236}">
                <a16:creationId xmlns:a16="http://schemas.microsoft.com/office/drawing/2014/main" id="{FDB8D694-F325-A4B1-406A-A55A3CD84BDF}"/>
              </a:ext>
            </a:extLst>
          </p:cNvPr>
          <p:cNvGraphicFramePr>
            <a:graphicFrameLocks noGrp="1"/>
          </p:cNvGraphicFramePr>
          <p:nvPr>
            <p:extLst>
              <p:ext uri="{D42A27DB-BD31-4B8C-83A1-F6EECF244321}">
                <p14:modId xmlns:p14="http://schemas.microsoft.com/office/powerpoint/2010/main" val="3107691376"/>
              </p:ext>
            </p:extLst>
          </p:nvPr>
        </p:nvGraphicFramePr>
        <p:xfrm>
          <a:off x="457200" y="2841498"/>
          <a:ext cx="5577841" cy="1036320"/>
        </p:xfrm>
        <a:graphic>
          <a:graphicData uri="http://schemas.openxmlformats.org/drawingml/2006/table">
            <a:tbl>
              <a:tblPr/>
              <a:tblGrid>
                <a:gridCol w="1561795">
                  <a:extLst>
                    <a:ext uri="{9D8B030D-6E8A-4147-A177-3AD203B41FA5}">
                      <a16:colId xmlns:a16="http://schemas.microsoft.com/office/drawing/2014/main" val="20000"/>
                    </a:ext>
                  </a:extLst>
                </a:gridCol>
                <a:gridCol w="1338682">
                  <a:extLst>
                    <a:ext uri="{9D8B030D-6E8A-4147-A177-3AD203B41FA5}">
                      <a16:colId xmlns:a16="http://schemas.microsoft.com/office/drawing/2014/main" val="20001"/>
                    </a:ext>
                  </a:extLst>
                </a:gridCol>
                <a:gridCol w="1338682">
                  <a:extLst>
                    <a:ext uri="{9D8B030D-6E8A-4147-A177-3AD203B41FA5}">
                      <a16:colId xmlns:a16="http://schemas.microsoft.com/office/drawing/2014/main" val="20002"/>
                    </a:ext>
                  </a:extLst>
                </a:gridCol>
                <a:gridCol w="1338682">
                  <a:extLst>
                    <a:ext uri="{9D8B030D-6E8A-4147-A177-3AD203B41FA5}">
                      <a16:colId xmlns:a16="http://schemas.microsoft.com/office/drawing/2014/main" val="20003"/>
                    </a:ext>
                  </a:extLst>
                </a:gridCol>
              </a:tblGrid>
              <a:tr h="237744">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Committed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Realised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37744">
                <a:tc>
                  <a:txBody>
                    <a:bodyPr/>
                    <a:lstStyle/>
                    <a:p>
                      <a:pPr marL="0" indent="0" algn="ctr">
                        <a:buNone/>
                      </a:pPr>
                      <a:r>
                        <a:rPr lang="en-US" sz="1100" b="1" dirty="0">
                          <a:solidFill>
                            <a:srgbClr val="1C2247"/>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Cost Savings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lgn="ctr">
                        <a:buNone/>
                      </a:pPr>
                      <a:r>
                        <a:rPr lang="en-US" sz="1100" dirty="0">
                          <a:solidFill>
                            <a:srgbClr val="4A5568"/>
                          </a:solidFill>
                          <a:latin typeface="Calibri" pitchFamily="34" charset="0"/>
                          <a:ea typeface="Calibri" pitchFamily="34" charset="-122"/>
                          <a:cs typeface="Calibri" pitchFamily="34" charset="-120"/>
                        </a:rPr>
                        <a:t>Revenue Upside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9" name="Text 24">
            <a:extLst>
              <a:ext uri="{FF2B5EF4-FFF2-40B4-BE49-F238E27FC236}">
                <a16:creationId xmlns:a16="http://schemas.microsoft.com/office/drawing/2014/main" id="{849EBC57-C707-10A9-EA55-C0FE39F7C835}"/>
              </a:ext>
            </a:extLst>
          </p:cNvPr>
          <p:cNvSpPr/>
          <p:nvPr/>
        </p:nvSpPr>
        <p:spPr>
          <a:xfrm>
            <a:off x="457200" y="4382262"/>
            <a:ext cx="5577840" cy="201168"/>
          </a:xfrm>
          <a:prstGeom prst="rect">
            <a:avLst/>
          </a:prstGeom>
          <a:noFill/>
          <a:ln/>
        </p:spPr>
        <p:txBody>
          <a:bodyPr wrap="square" lIns="0" tIns="0" rIns="0" bIns="0" rtlCol="0" anchor="ctr"/>
          <a:lstStyle/>
          <a:p>
            <a:pPr marL="0" indent="0">
              <a:buNone/>
            </a:pPr>
            <a:r>
              <a:rPr lang="en-US" sz="1200" b="1" dirty="0">
                <a:solidFill>
                  <a:srgbClr val="13338E"/>
                </a:solidFill>
                <a:latin typeface="+mj-lt"/>
                <a:ea typeface="Calibri" pitchFamily="34" charset="-122"/>
                <a:cs typeface="Calibri" pitchFamily="34" charset="-120"/>
              </a:rPr>
              <a:t>HEADCOUNT REDUCTION</a:t>
            </a:r>
            <a:endParaRPr lang="en-US" sz="1200" dirty="0">
              <a:latin typeface="+mj-lt"/>
            </a:endParaRPr>
          </a:p>
        </p:txBody>
      </p:sp>
      <p:graphicFrame>
        <p:nvGraphicFramePr>
          <p:cNvPr id="51" name="Table 1">
            <a:extLst>
              <a:ext uri="{FF2B5EF4-FFF2-40B4-BE49-F238E27FC236}">
                <a16:creationId xmlns:a16="http://schemas.microsoft.com/office/drawing/2014/main" id="{B7586ED6-0E7E-DA4C-120F-49EE9B4F61DB}"/>
              </a:ext>
            </a:extLst>
          </p:cNvPr>
          <p:cNvGraphicFramePr>
            <a:graphicFrameLocks noGrp="1"/>
          </p:cNvGraphicFramePr>
          <p:nvPr>
            <p:extLst>
              <p:ext uri="{D42A27DB-BD31-4B8C-83A1-F6EECF244321}">
                <p14:modId xmlns:p14="http://schemas.microsoft.com/office/powerpoint/2010/main" val="3294490665"/>
              </p:ext>
            </p:extLst>
          </p:nvPr>
        </p:nvGraphicFramePr>
        <p:xfrm>
          <a:off x="457200" y="4592574"/>
          <a:ext cx="5577840" cy="518160"/>
        </p:xfrm>
        <a:graphic>
          <a:graphicData uri="http://schemas.openxmlformats.org/drawingml/2006/table">
            <a:tbl>
              <a:tblPr/>
              <a:tblGrid>
                <a:gridCol w="1673352">
                  <a:extLst>
                    <a:ext uri="{9D8B030D-6E8A-4147-A177-3AD203B41FA5}">
                      <a16:colId xmlns:a16="http://schemas.microsoft.com/office/drawing/2014/main" val="20000"/>
                    </a:ext>
                  </a:extLst>
                </a:gridCol>
                <a:gridCol w="1394460">
                  <a:extLst>
                    <a:ext uri="{9D8B030D-6E8A-4147-A177-3AD203B41FA5}">
                      <a16:colId xmlns:a16="http://schemas.microsoft.com/office/drawing/2014/main" val="20001"/>
                    </a:ext>
                  </a:extLst>
                </a:gridCol>
                <a:gridCol w="1394460">
                  <a:extLst>
                    <a:ext uri="{9D8B030D-6E8A-4147-A177-3AD203B41FA5}">
                      <a16:colId xmlns:a16="http://schemas.microsoft.com/office/drawing/2014/main" val="20002"/>
                    </a:ext>
                  </a:extLst>
                </a:gridCol>
                <a:gridCol w="1115568">
                  <a:extLst>
                    <a:ext uri="{9D8B030D-6E8A-4147-A177-3AD203B41FA5}">
                      <a16:colId xmlns:a16="http://schemas.microsoft.com/office/drawing/2014/main" val="20003"/>
                    </a:ext>
                  </a:extLst>
                </a:gridCol>
              </a:tblGrid>
              <a:tr h="25603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HC Reduced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True Cost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People Expense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Other Cost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56032">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3" name="Text 25">
            <a:extLst>
              <a:ext uri="{FF2B5EF4-FFF2-40B4-BE49-F238E27FC236}">
                <a16:creationId xmlns:a16="http://schemas.microsoft.com/office/drawing/2014/main" id="{FC629629-AC7F-4665-4643-DBDF66574BF7}"/>
              </a:ext>
            </a:extLst>
          </p:cNvPr>
          <p:cNvSpPr/>
          <p:nvPr/>
        </p:nvSpPr>
        <p:spPr>
          <a:xfrm>
            <a:off x="6309360" y="1517904"/>
            <a:ext cx="5422392" cy="201168"/>
          </a:xfrm>
          <a:prstGeom prst="rect">
            <a:avLst/>
          </a:prstGeom>
          <a:noFill/>
          <a:ln/>
        </p:spPr>
        <p:txBody>
          <a:bodyPr wrap="square" lIns="0" tIns="0" rIns="0" bIns="0" rtlCol="0" anchor="ctr"/>
          <a:lstStyle/>
          <a:p>
            <a:pPr marL="0" indent="0">
              <a:buNone/>
            </a:pPr>
            <a:r>
              <a:rPr lang="en-US" sz="1200" b="1" dirty="0">
                <a:solidFill>
                  <a:srgbClr val="13338E"/>
                </a:solidFill>
                <a:latin typeface="+mj-lt"/>
                <a:ea typeface="Calibri" pitchFamily="34" charset="-122"/>
                <a:cs typeface="Calibri" pitchFamily="34" charset="-120"/>
              </a:rPr>
              <a:t>TOP OPEN RISKS</a:t>
            </a:r>
            <a:endParaRPr lang="en-US" sz="1200" dirty="0">
              <a:latin typeface="+mj-lt"/>
            </a:endParaRPr>
          </a:p>
        </p:txBody>
      </p:sp>
      <p:graphicFrame>
        <p:nvGraphicFramePr>
          <p:cNvPr id="55" name="Table 2">
            <a:extLst>
              <a:ext uri="{FF2B5EF4-FFF2-40B4-BE49-F238E27FC236}">
                <a16:creationId xmlns:a16="http://schemas.microsoft.com/office/drawing/2014/main" id="{E927BB38-D4D6-B4C7-4CC1-E93DD3A63350}"/>
              </a:ext>
            </a:extLst>
          </p:cNvPr>
          <p:cNvGraphicFramePr>
            <a:graphicFrameLocks noGrp="1"/>
          </p:cNvGraphicFramePr>
          <p:nvPr>
            <p:extLst>
              <p:ext uri="{D42A27DB-BD31-4B8C-83A1-F6EECF244321}">
                <p14:modId xmlns:p14="http://schemas.microsoft.com/office/powerpoint/2010/main" val="2716965055"/>
              </p:ext>
            </p:extLst>
          </p:nvPr>
        </p:nvGraphicFramePr>
        <p:xfrm>
          <a:off x="6309360" y="1842516"/>
          <a:ext cx="5422392" cy="740664"/>
        </p:xfrm>
        <a:graphic>
          <a:graphicData uri="http://schemas.openxmlformats.org/drawingml/2006/table">
            <a:tbl>
              <a:tblPr/>
              <a:tblGrid>
                <a:gridCol w="4828032">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tblGrid>
              <a:tr h="246888">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Risk Description</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Score</a:t>
                      </a: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46888">
                <a:tc>
                  <a:txBody>
                    <a:bodyPr/>
                    <a:lstStyle/>
                    <a:p>
                      <a:pPr marL="0" indent="0">
                        <a:buNone/>
                      </a:pP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6888">
                <a:tc>
                  <a:txBody>
                    <a:bodyPr/>
                    <a:lstStyle/>
                    <a:p>
                      <a:pPr marL="0" indent="0">
                        <a:buNone/>
                      </a:pP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9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bl>
          </a:graphicData>
        </a:graphic>
      </p:graphicFrame>
      <p:sp>
        <p:nvSpPr>
          <p:cNvPr id="57" name="Text 26">
            <a:extLst>
              <a:ext uri="{FF2B5EF4-FFF2-40B4-BE49-F238E27FC236}">
                <a16:creationId xmlns:a16="http://schemas.microsoft.com/office/drawing/2014/main" id="{98E35201-7904-697E-033E-F3DCDDF2284B}"/>
              </a:ext>
            </a:extLst>
          </p:cNvPr>
          <p:cNvSpPr/>
          <p:nvPr/>
        </p:nvSpPr>
        <p:spPr>
          <a:xfrm>
            <a:off x="6309360" y="2951226"/>
            <a:ext cx="5422392" cy="201168"/>
          </a:xfrm>
          <a:prstGeom prst="rect">
            <a:avLst/>
          </a:prstGeom>
          <a:noFill/>
          <a:ln/>
        </p:spPr>
        <p:txBody>
          <a:bodyPr wrap="square" lIns="0" tIns="0" rIns="0" bIns="0" rtlCol="0" anchor="ctr"/>
          <a:lstStyle/>
          <a:p>
            <a:pPr marL="0" indent="0">
              <a:buNone/>
            </a:pPr>
            <a:r>
              <a:rPr lang="en-US" sz="1200" b="1" dirty="0">
                <a:solidFill>
                  <a:srgbClr val="13338E"/>
                </a:solidFill>
                <a:latin typeface="+mj-lt"/>
                <a:ea typeface="Calibri" pitchFamily="34" charset="-122"/>
                <a:cs typeface="Calibri" pitchFamily="34" charset="-120"/>
              </a:rPr>
              <a:t>OPEN ACTIONS</a:t>
            </a:r>
            <a:endParaRPr lang="en-US" sz="1200" dirty="0">
              <a:latin typeface="+mj-lt"/>
            </a:endParaRPr>
          </a:p>
        </p:txBody>
      </p:sp>
      <p:graphicFrame>
        <p:nvGraphicFramePr>
          <p:cNvPr id="59" name="Table 3">
            <a:extLst>
              <a:ext uri="{FF2B5EF4-FFF2-40B4-BE49-F238E27FC236}">
                <a16:creationId xmlns:a16="http://schemas.microsoft.com/office/drawing/2014/main" id="{962E47BA-7B2A-C1D4-E439-31193B5DF95D}"/>
              </a:ext>
            </a:extLst>
          </p:cNvPr>
          <p:cNvGraphicFramePr>
            <a:graphicFrameLocks noGrp="1"/>
          </p:cNvGraphicFramePr>
          <p:nvPr>
            <p:extLst>
              <p:ext uri="{D42A27DB-BD31-4B8C-83A1-F6EECF244321}">
                <p14:modId xmlns:p14="http://schemas.microsoft.com/office/powerpoint/2010/main" val="288590961"/>
              </p:ext>
            </p:extLst>
          </p:nvPr>
        </p:nvGraphicFramePr>
        <p:xfrm>
          <a:off x="6309360" y="3161538"/>
          <a:ext cx="5422392" cy="777240"/>
        </p:xfrm>
        <a:graphic>
          <a:graphicData uri="http://schemas.openxmlformats.org/drawingml/2006/table">
            <a:tbl>
              <a:tblPr/>
              <a:tblGrid>
                <a:gridCol w="2819644">
                  <a:extLst>
                    <a:ext uri="{9D8B030D-6E8A-4147-A177-3AD203B41FA5}">
                      <a16:colId xmlns:a16="http://schemas.microsoft.com/office/drawing/2014/main" val="20000"/>
                    </a:ext>
                  </a:extLst>
                </a:gridCol>
                <a:gridCol w="1518270">
                  <a:extLst>
                    <a:ext uri="{9D8B030D-6E8A-4147-A177-3AD203B41FA5}">
                      <a16:colId xmlns:a16="http://schemas.microsoft.com/office/drawing/2014/main" val="20001"/>
                    </a:ext>
                  </a:extLst>
                </a:gridCol>
                <a:gridCol w="1084478">
                  <a:extLst>
                    <a:ext uri="{9D8B030D-6E8A-4147-A177-3AD203B41FA5}">
                      <a16:colId xmlns:a16="http://schemas.microsoft.com/office/drawing/2014/main" val="20002"/>
                    </a:ext>
                  </a:extLst>
                </a:gridCol>
              </a:tblGrid>
              <a:tr h="23774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Due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37744">
                <a:tc>
                  <a:txBody>
                    <a:bodyPr/>
                    <a:lstStyle/>
                    <a:p>
                      <a:pPr marL="0" indent="0">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bl>
          </a:graphicData>
        </a:graphic>
      </p:graphicFrame>
      <p:sp>
        <p:nvSpPr>
          <p:cNvPr id="61" name="Text 27">
            <a:extLst>
              <a:ext uri="{FF2B5EF4-FFF2-40B4-BE49-F238E27FC236}">
                <a16:creationId xmlns:a16="http://schemas.microsoft.com/office/drawing/2014/main" id="{BF8E8762-63A0-4B1A-65EC-653646219142}"/>
              </a:ext>
            </a:extLst>
          </p:cNvPr>
          <p:cNvSpPr/>
          <p:nvPr/>
        </p:nvSpPr>
        <p:spPr>
          <a:xfrm>
            <a:off x="6309360" y="4482846"/>
            <a:ext cx="5422392" cy="201168"/>
          </a:xfrm>
          <a:prstGeom prst="rect">
            <a:avLst/>
          </a:prstGeom>
          <a:noFill/>
          <a:ln/>
        </p:spPr>
        <p:txBody>
          <a:bodyPr wrap="square" lIns="0" tIns="0" rIns="0" bIns="0" rtlCol="0" anchor="ctr"/>
          <a:lstStyle/>
          <a:p>
            <a:pPr marL="0" indent="0">
              <a:buNone/>
            </a:pPr>
            <a:r>
              <a:rPr lang="en-US" sz="1200" b="1" dirty="0">
                <a:solidFill>
                  <a:srgbClr val="13338E"/>
                </a:solidFill>
                <a:latin typeface="+mj-lt"/>
                <a:ea typeface="Calibri" pitchFamily="34" charset="-122"/>
                <a:cs typeface="Calibri" pitchFamily="34" charset="-120"/>
              </a:rPr>
              <a:t>RECENT DECISIONS</a:t>
            </a:r>
            <a:endParaRPr lang="en-US" sz="1200" dirty="0">
              <a:latin typeface="+mj-lt"/>
            </a:endParaRPr>
          </a:p>
        </p:txBody>
      </p:sp>
      <p:graphicFrame>
        <p:nvGraphicFramePr>
          <p:cNvPr id="63" name="Table 4">
            <a:extLst>
              <a:ext uri="{FF2B5EF4-FFF2-40B4-BE49-F238E27FC236}">
                <a16:creationId xmlns:a16="http://schemas.microsoft.com/office/drawing/2014/main" id="{07A23022-A19B-70DD-D90B-6CABB54CF468}"/>
              </a:ext>
            </a:extLst>
          </p:cNvPr>
          <p:cNvGraphicFramePr>
            <a:graphicFrameLocks noGrp="1"/>
          </p:cNvGraphicFramePr>
          <p:nvPr>
            <p:extLst>
              <p:ext uri="{D42A27DB-BD31-4B8C-83A1-F6EECF244321}">
                <p14:modId xmlns:p14="http://schemas.microsoft.com/office/powerpoint/2010/main" val="4280224602"/>
              </p:ext>
            </p:extLst>
          </p:nvPr>
        </p:nvGraphicFramePr>
        <p:xfrm>
          <a:off x="6309360" y="4693158"/>
          <a:ext cx="5422392" cy="777240"/>
        </p:xfrm>
        <a:graphic>
          <a:graphicData uri="http://schemas.openxmlformats.org/drawingml/2006/table">
            <a:tbl>
              <a:tblPr/>
              <a:tblGrid>
                <a:gridCol w="4507992">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237744">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Date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37744">
                <a:tc>
                  <a:txBody>
                    <a:bodyPr/>
                    <a:lstStyle/>
                    <a:p>
                      <a:pPr marL="0" indent="0">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57967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AA28C-1A67-E624-27A0-95F47F58BC21}"/>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D49791B-68EF-8CF5-A44E-C6A8D409F0EC}"/>
              </a:ext>
            </a:extLst>
          </p:cNvPr>
          <p:cNvSpPr>
            <a:spLocks noGrp="1"/>
          </p:cNvSpPr>
          <p:nvPr>
            <p:ph type="title"/>
          </p:nvPr>
        </p:nvSpPr>
        <p:spPr/>
        <p:txBody>
          <a:bodyPr/>
          <a:lstStyle/>
          <a:p>
            <a:r>
              <a:rPr lang="en-IN" dirty="0"/>
              <a:t>Deal Summary</a:t>
            </a:r>
            <a:endParaRPr lang="en-US" dirty="0"/>
          </a:p>
        </p:txBody>
      </p:sp>
      <p:sp>
        <p:nvSpPr>
          <p:cNvPr id="17" name="Text 3">
            <a:extLst>
              <a:ext uri="{FF2B5EF4-FFF2-40B4-BE49-F238E27FC236}">
                <a16:creationId xmlns:a16="http://schemas.microsoft.com/office/drawing/2014/main" id="{D28704C4-AEEA-A19F-0BC2-52D97A851A43}"/>
              </a:ext>
            </a:extLst>
          </p:cNvPr>
          <p:cNvSpPr/>
          <p:nvPr/>
        </p:nvSpPr>
        <p:spPr>
          <a:xfrm>
            <a:off x="457200" y="754380"/>
            <a:ext cx="11274552" cy="201168"/>
          </a:xfrm>
          <a:prstGeom prst="rect">
            <a:avLst/>
          </a:prstGeom>
          <a:noFill/>
          <a:ln/>
        </p:spPr>
        <p:txBody>
          <a:bodyPr wrap="square" lIns="0" tIns="0" rIns="0" bIns="0" rtlCol="0" anchor="ctr"/>
          <a:lstStyle/>
          <a:p>
            <a:pPr marL="0" indent="0">
              <a:buNone/>
            </a:pPr>
            <a:r>
              <a:rPr lang="en-US" sz="1100" b="1" dirty="0">
                <a:solidFill>
                  <a:srgbClr val="13338E"/>
                </a:solidFill>
                <a:latin typeface="+mj-lt"/>
                <a:ea typeface="Calibri" pitchFamily="34" charset="-122"/>
                <a:cs typeface="Calibri" pitchFamily="34" charset="-120"/>
              </a:rPr>
              <a:t>INTEGRATION CHARTER</a:t>
            </a:r>
            <a:endParaRPr lang="en-US" sz="1100" dirty="0">
              <a:latin typeface="+mj-lt"/>
            </a:endParaRPr>
          </a:p>
        </p:txBody>
      </p:sp>
      <p:graphicFrame>
        <p:nvGraphicFramePr>
          <p:cNvPr id="19" name="Table 0">
            <a:extLst>
              <a:ext uri="{FF2B5EF4-FFF2-40B4-BE49-F238E27FC236}">
                <a16:creationId xmlns:a16="http://schemas.microsoft.com/office/drawing/2014/main" id="{1DB6B117-F5BF-F60F-2EDA-0E7E5FD7725F}"/>
              </a:ext>
            </a:extLst>
          </p:cNvPr>
          <p:cNvGraphicFramePr>
            <a:graphicFrameLocks noGrp="1"/>
          </p:cNvGraphicFramePr>
          <p:nvPr>
            <p:extLst>
              <p:ext uri="{D42A27DB-BD31-4B8C-83A1-F6EECF244321}">
                <p14:modId xmlns:p14="http://schemas.microsoft.com/office/powerpoint/2010/main" val="283118713"/>
              </p:ext>
            </p:extLst>
          </p:nvPr>
        </p:nvGraphicFramePr>
        <p:xfrm>
          <a:off x="457200" y="964692"/>
          <a:ext cx="11274552" cy="1554480"/>
        </p:xfrm>
        <a:graphic>
          <a:graphicData uri="http://schemas.openxmlformats.org/drawingml/2006/table">
            <a:tbl>
              <a:tblPr/>
              <a:tblGrid>
                <a:gridCol w="2818638">
                  <a:extLst>
                    <a:ext uri="{9D8B030D-6E8A-4147-A177-3AD203B41FA5}">
                      <a16:colId xmlns:a16="http://schemas.microsoft.com/office/drawing/2014/main" val="20000"/>
                    </a:ext>
                  </a:extLst>
                </a:gridCol>
                <a:gridCol w="2818638">
                  <a:extLst>
                    <a:ext uri="{9D8B030D-6E8A-4147-A177-3AD203B41FA5}">
                      <a16:colId xmlns:a16="http://schemas.microsoft.com/office/drawing/2014/main" val="20001"/>
                    </a:ext>
                  </a:extLst>
                </a:gridCol>
                <a:gridCol w="2818638">
                  <a:extLst>
                    <a:ext uri="{9D8B030D-6E8A-4147-A177-3AD203B41FA5}">
                      <a16:colId xmlns:a16="http://schemas.microsoft.com/office/drawing/2014/main" val="20002"/>
                    </a:ext>
                  </a:extLst>
                </a:gridCol>
                <a:gridCol w="2818638">
                  <a:extLst>
                    <a:ext uri="{9D8B030D-6E8A-4147-A177-3AD203B41FA5}">
                      <a16:colId xmlns:a16="http://schemas.microsoft.com/office/drawing/2014/main" val="20003"/>
                    </a:ext>
                  </a:extLst>
                </a:gridCol>
              </a:tblGrid>
              <a:tr h="228600">
                <a:tc>
                  <a:txBody>
                    <a:bodyPr/>
                    <a:lstStyle/>
                    <a:p>
                      <a:pPr marL="0" indent="0">
                        <a:buNone/>
                      </a:pPr>
                      <a:r>
                        <a:rPr lang="en-US" sz="1100" b="1" dirty="0">
                          <a:solidFill>
                            <a:srgbClr val="1C2247"/>
                          </a:solidFill>
                          <a:latin typeface="+mj-lt"/>
                          <a:ea typeface="Calibri" pitchFamily="34" charset="-122"/>
                          <a:cs typeface="Calibri" pitchFamily="34" charset="-120"/>
                        </a:rPr>
                        <a:t>Revenue Synergy Target</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C2247"/>
                          </a:solidFill>
                          <a:latin typeface="+mj-lt"/>
                          <a:ea typeface="Calibri" pitchFamily="34" charset="-122"/>
                          <a:cs typeface="Calibri" pitchFamily="34" charset="-120"/>
                        </a:rPr>
                        <a:t>Cost Synergy Target</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0"/>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EBITDA Target 12M</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C2247"/>
                          </a:solidFill>
                          <a:latin typeface="+mj-lt"/>
                          <a:ea typeface="Calibri" pitchFamily="34" charset="-122"/>
                          <a:cs typeface="Calibri" pitchFamily="34" charset="-120"/>
                        </a:rPr>
                        <a:t>EBITDA Target 24M</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Value Realisation Lead</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C2247"/>
                          </a:solidFill>
                          <a:latin typeface="+mj-lt"/>
                          <a:ea typeface="Calibri" pitchFamily="34" charset="-122"/>
                          <a:cs typeface="Calibri" pitchFamily="34" charset="-120"/>
                        </a:rPr>
                        <a:t>Tech Lead</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Change &amp; Comms Lead</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C2247"/>
                          </a:solidFill>
                          <a:latin typeface="+mj-lt"/>
                          <a:ea typeface="Calibri" pitchFamily="34" charset="-122"/>
                          <a:cs typeface="Calibri" pitchFamily="34" charset="-120"/>
                        </a:rPr>
                        <a:t>Exec SteerCo Cadence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Working SteerCo</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C2247"/>
                          </a:solidFill>
                          <a:latin typeface="+mj-lt"/>
                          <a:ea typeface="Calibri" pitchFamily="34" charset="-122"/>
                          <a:cs typeface="Calibri" pitchFamily="34" charset="-120"/>
                        </a:rPr>
                        <a:t>Charter Status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Integration Principles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1" name="Text 4">
            <a:extLst>
              <a:ext uri="{FF2B5EF4-FFF2-40B4-BE49-F238E27FC236}">
                <a16:creationId xmlns:a16="http://schemas.microsoft.com/office/drawing/2014/main" id="{9C94A859-9912-F8DC-F8C8-EFEA39633DC7}"/>
              </a:ext>
            </a:extLst>
          </p:cNvPr>
          <p:cNvSpPr/>
          <p:nvPr/>
        </p:nvSpPr>
        <p:spPr>
          <a:xfrm>
            <a:off x="457200" y="2932938"/>
            <a:ext cx="11274552" cy="201168"/>
          </a:xfrm>
          <a:prstGeom prst="rect">
            <a:avLst/>
          </a:prstGeom>
          <a:noFill/>
          <a:ln/>
        </p:spPr>
        <p:txBody>
          <a:bodyPr wrap="square" lIns="0" tIns="0" rIns="0" bIns="0" rtlCol="0" anchor="ctr"/>
          <a:lstStyle/>
          <a:p>
            <a:pPr marL="0" indent="0">
              <a:buNone/>
            </a:pPr>
            <a:r>
              <a:rPr lang="en-US" sz="1100" b="1" dirty="0">
                <a:solidFill>
                  <a:srgbClr val="13338E"/>
                </a:solidFill>
                <a:latin typeface="+mj-lt"/>
                <a:ea typeface="Calibri" pitchFamily="34" charset="-122"/>
                <a:cs typeface="Calibri" pitchFamily="34" charset="-120"/>
              </a:rPr>
              <a:t>PRE-ACQUISITION LENS ASSESSMENT</a:t>
            </a:r>
            <a:endParaRPr lang="en-US" sz="1100" dirty="0">
              <a:latin typeface="+mj-lt"/>
            </a:endParaRPr>
          </a:p>
        </p:txBody>
      </p:sp>
      <p:graphicFrame>
        <p:nvGraphicFramePr>
          <p:cNvPr id="23" name="Table 1">
            <a:extLst>
              <a:ext uri="{FF2B5EF4-FFF2-40B4-BE49-F238E27FC236}">
                <a16:creationId xmlns:a16="http://schemas.microsoft.com/office/drawing/2014/main" id="{67AE82AE-C1EF-DA51-20CF-B79F3AA6C9DF}"/>
              </a:ext>
            </a:extLst>
          </p:cNvPr>
          <p:cNvGraphicFramePr>
            <a:graphicFrameLocks noGrp="1"/>
          </p:cNvGraphicFramePr>
          <p:nvPr>
            <p:extLst>
              <p:ext uri="{D42A27DB-BD31-4B8C-83A1-F6EECF244321}">
                <p14:modId xmlns:p14="http://schemas.microsoft.com/office/powerpoint/2010/main" val="2482416919"/>
              </p:ext>
            </p:extLst>
          </p:nvPr>
        </p:nvGraphicFramePr>
        <p:xfrm>
          <a:off x="457200" y="3246120"/>
          <a:ext cx="11274552" cy="2072640"/>
        </p:xfrm>
        <a:graphic>
          <a:graphicData uri="http://schemas.openxmlformats.org/drawingml/2006/table">
            <a:tbl>
              <a:tblPr/>
              <a:tblGrid>
                <a:gridCol w="2367656">
                  <a:extLst>
                    <a:ext uri="{9D8B030D-6E8A-4147-A177-3AD203B41FA5}">
                      <a16:colId xmlns:a16="http://schemas.microsoft.com/office/drawing/2014/main" val="20000"/>
                    </a:ext>
                  </a:extLst>
                </a:gridCol>
                <a:gridCol w="1014710">
                  <a:extLst>
                    <a:ext uri="{9D8B030D-6E8A-4147-A177-3AD203B41FA5}">
                      <a16:colId xmlns:a16="http://schemas.microsoft.com/office/drawing/2014/main" val="20001"/>
                    </a:ext>
                  </a:extLst>
                </a:gridCol>
                <a:gridCol w="2480401">
                  <a:extLst>
                    <a:ext uri="{9D8B030D-6E8A-4147-A177-3AD203B41FA5}">
                      <a16:colId xmlns:a16="http://schemas.microsoft.com/office/drawing/2014/main" val="20002"/>
                    </a:ext>
                  </a:extLst>
                </a:gridCol>
                <a:gridCol w="3946093">
                  <a:extLst>
                    <a:ext uri="{9D8B030D-6E8A-4147-A177-3AD203B41FA5}">
                      <a16:colId xmlns:a16="http://schemas.microsoft.com/office/drawing/2014/main" val="20003"/>
                    </a:ext>
                  </a:extLst>
                </a:gridCol>
                <a:gridCol w="1465692">
                  <a:extLst>
                    <a:ext uri="{9D8B030D-6E8A-4147-A177-3AD203B41FA5}">
                      <a16:colId xmlns:a16="http://schemas.microsoft.com/office/drawing/2014/main" val="20004"/>
                    </a:ext>
                  </a:extLst>
                </a:gridCol>
              </a:tblGrid>
              <a:tr h="228600">
                <a:tc>
                  <a:txBody>
                    <a:bodyPr/>
                    <a:lstStyle/>
                    <a:p>
                      <a:pPr marL="0" indent="0">
                        <a:buNone/>
                      </a:pPr>
                      <a:r>
                        <a:rPr lang="en-US" sz="1100" b="1" dirty="0">
                          <a:solidFill>
                            <a:srgbClr val="FFFFFF"/>
                          </a:solidFill>
                          <a:latin typeface="+mj-lt"/>
                          <a:ea typeface="Calibri" pitchFamily="34" charset="-122"/>
                          <a:cs typeface="Calibri" pitchFamily="34" charset="-120"/>
                        </a:rPr>
                        <a:t>Lens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Status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Benchmarks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Notes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Override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Financial Health</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Revenue Quality</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Growth Trajectory</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Operational Fitness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4"/>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Strategic Fit</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Integration Complexity</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6"/>
                  </a:ext>
                </a:extLst>
              </a:tr>
              <a:tr h="228600">
                <a:tc>
                  <a:txBody>
                    <a:bodyPr/>
                    <a:lstStyle/>
                    <a:p>
                      <a:pPr marL="0" indent="0">
                        <a:buNone/>
                      </a:pPr>
                      <a:r>
                        <a:rPr lang="en-US" sz="1100" b="1" dirty="0">
                          <a:solidFill>
                            <a:srgbClr val="1C2247"/>
                          </a:solidFill>
                          <a:latin typeface="+mj-lt"/>
                          <a:ea typeface="Calibri" pitchFamily="34" charset="-122"/>
                          <a:cs typeface="Calibri" pitchFamily="34" charset="-120"/>
                        </a:rPr>
                        <a:t>Market Necessity</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Text 5">
            <a:extLst>
              <a:ext uri="{FF2B5EF4-FFF2-40B4-BE49-F238E27FC236}">
                <a16:creationId xmlns:a16="http://schemas.microsoft.com/office/drawing/2014/main" id="{BF96B8F7-1BBC-FAB4-0754-662B41E39F6F}"/>
              </a:ext>
            </a:extLst>
          </p:cNvPr>
          <p:cNvSpPr/>
          <p:nvPr/>
        </p:nvSpPr>
        <p:spPr>
          <a:xfrm>
            <a:off x="457200" y="5625846"/>
            <a:ext cx="5545836" cy="201168"/>
          </a:xfrm>
          <a:prstGeom prst="rect">
            <a:avLst/>
          </a:prstGeom>
          <a:noFill/>
          <a:ln/>
        </p:spPr>
        <p:txBody>
          <a:bodyPr wrap="square" lIns="0" tIns="0" rIns="0" bIns="0" rtlCol="0" anchor="ctr"/>
          <a:lstStyle/>
          <a:p>
            <a:pPr marL="0" indent="0">
              <a:buNone/>
            </a:pPr>
            <a:r>
              <a:rPr lang="en-US" sz="1100" b="1" dirty="0">
                <a:solidFill>
                  <a:srgbClr val="13338E"/>
                </a:solidFill>
                <a:latin typeface="+mj-lt"/>
                <a:ea typeface="Calibri" pitchFamily="34" charset="-122"/>
                <a:cs typeface="Calibri" pitchFamily="34" charset="-120"/>
              </a:rPr>
              <a:t>VALUATION &amp; DEAL STRUCTURE</a:t>
            </a:r>
            <a:endParaRPr lang="en-US" sz="1100" dirty="0">
              <a:latin typeface="+mj-lt"/>
            </a:endParaRPr>
          </a:p>
        </p:txBody>
      </p:sp>
      <p:sp>
        <p:nvSpPr>
          <p:cNvPr id="27" name="Text 6">
            <a:extLst>
              <a:ext uri="{FF2B5EF4-FFF2-40B4-BE49-F238E27FC236}">
                <a16:creationId xmlns:a16="http://schemas.microsoft.com/office/drawing/2014/main" id="{01D02C73-F926-5740-BB31-4F5C981F9AB8}"/>
              </a:ext>
            </a:extLst>
          </p:cNvPr>
          <p:cNvSpPr/>
          <p:nvPr/>
        </p:nvSpPr>
        <p:spPr>
          <a:xfrm>
            <a:off x="457200" y="5836158"/>
            <a:ext cx="5545836" cy="690372"/>
          </a:xfrm>
          <a:prstGeom prst="rect">
            <a:avLst/>
          </a:prstGeom>
          <a:noFill/>
          <a:ln/>
        </p:spPr>
        <p:txBody>
          <a:bodyPr wrap="square" rtlCol="0" anchor="t"/>
          <a:lstStyle/>
          <a:p>
            <a:r>
              <a:rPr lang="en-IN" sz="1100" dirty="0"/>
              <a:t>&lt;Text Here&gt;</a:t>
            </a:r>
            <a:endParaRPr lang="en-US" sz="1100" dirty="0"/>
          </a:p>
          <a:p>
            <a:pPr marL="0" indent="0">
              <a:buNone/>
            </a:pPr>
            <a:endParaRPr lang="en-US" sz="1100" dirty="0">
              <a:latin typeface="+mj-lt"/>
            </a:endParaRPr>
          </a:p>
        </p:txBody>
      </p:sp>
      <p:sp>
        <p:nvSpPr>
          <p:cNvPr id="29" name="Text 7">
            <a:extLst>
              <a:ext uri="{FF2B5EF4-FFF2-40B4-BE49-F238E27FC236}">
                <a16:creationId xmlns:a16="http://schemas.microsoft.com/office/drawing/2014/main" id="{7338B04F-6137-BDAB-C2D6-E4D815904818}"/>
              </a:ext>
            </a:extLst>
          </p:cNvPr>
          <p:cNvSpPr/>
          <p:nvPr/>
        </p:nvSpPr>
        <p:spPr>
          <a:xfrm>
            <a:off x="6185916" y="5625846"/>
            <a:ext cx="5545836" cy="201168"/>
          </a:xfrm>
          <a:prstGeom prst="rect">
            <a:avLst/>
          </a:prstGeom>
          <a:noFill/>
          <a:ln/>
        </p:spPr>
        <p:txBody>
          <a:bodyPr wrap="square" lIns="0" tIns="0" rIns="0" bIns="0" rtlCol="0" anchor="ctr"/>
          <a:lstStyle/>
          <a:p>
            <a:pPr marL="0" indent="0">
              <a:buNone/>
            </a:pPr>
            <a:r>
              <a:rPr lang="en-US" sz="1100" b="1" dirty="0">
                <a:solidFill>
                  <a:srgbClr val="13338E"/>
                </a:solidFill>
                <a:latin typeface="+mj-lt"/>
                <a:ea typeface="Calibri" pitchFamily="34" charset="-122"/>
                <a:cs typeface="Calibri" pitchFamily="34" charset="-120"/>
              </a:rPr>
              <a:t>DUE DILIGENCE</a:t>
            </a:r>
            <a:endParaRPr lang="en-US" sz="1100" dirty="0">
              <a:latin typeface="+mj-lt"/>
            </a:endParaRPr>
          </a:p>
        </p:txBody>
      </p:sp>
      <p:sp>
        <p:nvSpPr>
          <p:cNvPr id="31" name="Text 8">
            <a:extLst>
              <a:ext uri="{FF2B5EF4-FFF2-40B4-BE49-F238E27FC236}">
                <a16:creationId xmlns:a16="http://schemas.microsoft.com/office/drawing/2014/main" id="{DC5E2082-0E16-9787-D360-6B02AA3A3B43}"/>
              </a:ext>
            </a:extLst>
          </p:cNvPr>
          <p:cNvSpPr/>
          <p:nvPr/>
        </p:nvSpPr>
        <p:spPr>
          <a:xfrm>
            <a:off x="6185916" y="5836158"/>
            <a:ext cx="5545836" cy="690372"/>
          </a:xfrm>
          <a:prstGeom prst="rect">
            <a:avLst/>
          </a:prstGeom>
          <a:noFill/>
          <a:ln/>
        </p:spPr>
        <p:txBody>
          <a:bodyPr wrap="square" rtlCol="0" anchor="t"/>
          <a:lstStyle/>
          <a:p>
            <a:pPr marL="0" indent="0">
              <a:buNone/>
            </a:pPr>
            <a:r>
              <a:rPr lang="en-IN" sz="1100" dirty="0">
                <a:latin typeface="+mj-lt"/>
              </a:rPr>
              <a:t>&lt;Text Here&gt;</a:t>
            </a:r>
            <a:endParaRPr lang="en-US" sz="1100" dirty="0">
              <a:latin typeface="+mj-lt"/>
            </a:endParaRPr>
          </a:p>
        </p:txBody>
      </p:sp>
    </p:spTree>
    <p:extLst>
      <p:ext uri="{BB962C8B-B14F-4D97-AF65-F5344CB8AC3E}">
        <p14:creationId xmlns:p14="http://schemas.microsoft.com/office/powerpoint/2010/main" val="1224470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BF04E-E5C9-2264-0AE6-8E25AE14B99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3E8227A-9903-D729-FB1C-4797E05AF02D}"/>
              </a:ext>
            </a:extLst>
          </p:cNvPr>
          <p:cNvSpPr>
            <a:spLocks noGrp="1"/>
          </p:cNvSpPr>
          <p:nvPr>
            <p:ph type="title"/>
          </p:nvPr>
        </p:nvSpPr>
        <p:spPr/>
        <p:txBody>
          <a:bodyPr/>
          <a:lstStyle/>
          <a:p>
            <a:r>
              <a:rPr lang="en-IN" dirty="0"/>
              <a:t>Synergy Tracker</a:t>
            </a:r>
            <a:endParaRPr lang="en-US" dirty="0"/>
          </a:p>
        </p:txBody>
      </p:sp>
      <p:sp>
        <p:nvSpPr>
          <p:cNvPr id="3" name="Text 3">
            <a:extLst>
              <a:ext uri="{FF2B5EF4-FFF2-40B4-BE49-F238E27FC236}">
                <a16:creationId xmlns:a16="http://schemas.microsoft.com/office/drawing/2014/main" id="{9E56D0CA-FC98-25E7-AE3D-FFAED6DF32FD}"/>
              </a:ext>
            </a:extLst>
          </p:cNvPr>
          <p:cNvSpPr/>
          <p:nvPr/>
        </p:nvSpPr>
        <p:spPr>
          <a:xfrm>
            <a:off x="457200" y="834390"/>
            <a:ext cx="11274552" cy="201168"/>
          </a:xfrm>
          <a:prstGeom prst="rect">
            <a:avLst/>
          </a:prstGeom>
          <a:noFill/>
          <a:ln/>
        </p:spPr>
        <p:txBody>
          <a:bodyPr wrap="square" lIns="0" tIns="0" rIns="0" bIns="0" rtlCol="0" anchor="ctr"/>
          <a:lstStyle/>
          <a:p>
            <a:pPr marL="0" indent="0">
              <a:buNone/>
            </a:pPr>
            <a:r>
              <a:rPr lang="en-US" sz="1100" b="1" dirty="0">
                <a:solidFill>
                  <a:srgbClr val="13338E"/>
                </a:solidFill>
                <a:latin typeface="+mj-lt"/>
                <a:ea typeface="Calibri" pitchFamily="34" charset="-122"/>
                <a:cs typeface="Calibri" pitchFamily="34" charset="-120"/>
              </a:rPr>
              <a:t>COST SAVINGS</a:t>
            </a:r>
            <a:endParaRPr lang="en-US" sz="1100" dirty="0">
              <a:latin typeface="+mj-lt"/>
            </a:endParaRPr>
          </a:p>
        </p:txBody>
      </p:sp>
      <p:graphicFrame>
        <p:nvGraphicFramePr>
          <p:cNvPr id="6" name="Table 0">
            <a:extLst>
              <a:ext uri="{FF2B5EF4-FFF2-40B4-BE49-F238E27FC236}">
                <a16:creationId xmlns:a16="http://schemas.microsoft.com/office/drawing/2014/main" id="{91077286-6903-EEA1-6460-1A922834650F}"/>
              </a:ext>
            </a:extLst>
          </p:cNvPr>
          <p:cNvGraphicFramePr>
            <a:graphicFrameLocks noGrp="1"/>
          </p:cNvGraphicFramePr>
          <p:nvPr>
            <p:extLst>
              <p:ext uri="{D42A27DB-BD31-4B8C-83A1-F6EECF244321}">
                <p14:modId xmlns:p14="http://schemas.microsoft.com/office/powerpoint/2010/main" val="300843990"/>
              </p:ext>
            </p:extLst>
          </p:nvPr>
        </p:nvGraphicFramePr>
        <p:xfrm>
          <a:off x="457200" y="1044702"/>
          <a:ext cx="11274551" cy="1295400"/>
        </p:xfrm>
        <a:graphic>
          <a:graphicData uri="http://schemas.openxmlformats.org/drawingml/2006/table">
            <a:tbl>
              <a:tblPr/>
              <a:tblGrid>
                <a:gridCol w="3156875">
                  <a:extLst>
                    <a:ext uri="{9D8B030D-6E8A-4147-A177-3AD203B41FA5}">
                      <a16:colId xmlns:a16="http://schemas.microsoft.com/office/drawing/2014/main" val="20000"/>
                    </a:ext>
                  </a:extLst>
                </a:gridCol>
                <a:gridCol w="1352946">
                  <a:extLst>
                    <a:ext uri="{9D8B030D-6E8A-4147-A177-3AD203B41FA5}">
                      <a16:colId xmlns:a16="http://schemas.microsoft.com/office/drawing/2014/main" val="20001"/>
                    </a:ext>
                  </a:extLst>
                </a:gridCol>
                <a:gridCol w="1352946">
                  <a:extLst>
                    <a:ext uri="{9D8B030D-6E8A-4147-A177-3AD203B41FA5}">
                      <a16:colId xmlns:a16="http://schemas.microsoft.com/office/drawing/2014/main" val="20002"/>
                    </a:ext>
                  </a:extLst>
                </a:gridCol>
                <a:gridCol w="1352946">
                  <a:extLst>
                    <a:ext uri="{9D8B030D-6E8A-4147-A177-3AD203B41FA5}">
                      <a16:colId xmlns:a16="http://schemas.microsoft.com/office/drawing/2014/main" val="20003"/>
                    </a:ext>
                  </a:extLst>
                </a:gridCol>
                <a:gridCol w="1578437">
                  <a:extLst>
                    <a:ext uri="{9D8B030D-6E8A-4147-A177-3AD203B41FA5}">
                      <a16:colId xmlns:a16="http://schemas.microsoft.com/office/drawing/2014/main" val="20004"/>
                    </a:ext>
                  </a:extLst>
                </a:gridCol>
                <a:gridCol w="1127455">
                  <a:extLst>
                    <a:ext uri="{9D8B030D-6E8A-4147-A177-3AD203B41FA5}">
                      <a16:colId xmlns:a16="http://schemas.microsoft.com/office/drawing/2014/main" val="20005"/>
                    </a:ext>
                  </a:extLst>
                </a:gridCol>
                <a:gridCol w="1352946">
                  <a:extLst>
                    <a:ext uri="{9D8B030D-6E8A-4147-A177-3AD203B41FA5}">
                      <a16:colId xmlns:a16="http://schemas.microsoft.com/office/drawing/2014/main" val="20006"/>
                    </a:ext>
                  </a:extLst>
                </a:gridCol>
              </a:tblGrid>
              <a:tr h="219456">
                <a:tc>
                  <a:txBody>
                    <a:bodyPr/>
                    <a:lstStyle/>
                    <a:p>
                      <a:pPr marL="0" indent="0">
                        <a:buNone/>
                      </a:pPr>
                      <a:r>
                        <a:rPr lang="en-US" sz="1100" b="1" dirty="0">
                          <a:solidFill>
                            <a:srgbClr val="FFFFFF"/>
                          </a:solidFill>
                          <a:latin typeface="+mj-lt"/>
                          <a:ea typeface="Calibri" pitchFamily="34" charset="-122"/>
                          <a:cs typeface="Calibri" pitchFamily="34" charset="-120"/>
                        </a:rPr>
                        <a:t>Initiative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Baseline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Committed</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Realised</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Funnel Stage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Status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Owner</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extLst>
                  <a:ext uri="{0D108BD9-81ED-4DB2-BD59-A6C34878D82A}">
                    <a16:rowId xmlns:a16="http://schemas.microsoft.com/office/drawing/2014/main" val="10004"/>
                  </a:ext>
                </a:extLst>
              </a:tr>
            </a:tbl>
          </a:graphicData>
        </a:graphic>
      </p:graphicFrame>
      <p:sp>
        <p:nvSpPr>
          <p:cNvPr id="9" name="Text 4">
            <a:extLst>
              <a:ext uri="{FF2B5EF4-FFF2-40B4-BE49-F238E27FC236}">
                <a16:creationId xmlns:a16="http://schemas.microsoft.com/office/drawing/2014/main" id="{0F8595A4-2B6F-DB1D-4140-28C3F819F1F4}"/>
              </a:ext>
            </a:extLst>
          </p:cNvPr>
          <p:cNvSpPr/>
          <p:nvPr/>
        </p:nvSpPr>
        <p:spPr>
          <a:xfrm>
            <a:off x="457200" y="2539746"/>
            <a:ext cx="11274552" cy="201168"/>
          </a:xfrm>
          <a:prstGeom prst="rect">
            <a:avLst/>
          </a:prstGeom>
          <a:noFill/>
          <a:ln/>
        </p:spPr>
        <p:txBody>
          <a:bodyPr wrap="square" lIns="0" tIns="0" rIns="0" bIns="0" rtlCol="0" anchor="ctr"/>
          <a:lstStyle/>
          <a:p>
            <a:pPr marL="0" indent="0">
              <a:buNone/>
            </a:pPr>
            <a:r>
              <a:rPr lang="en-US" sz="1100" b="1" dirty="0">
                <a:solidFill>
                  <a:srgbClr val="13338E"/>
                </a:solidFill>
                <a:latin typeface="+mj-lt"/>
                <a:ea typeface="Calibri" pitchFamily="34" charset="-122"/>
                <a:cs typeface="Calibri" pitchFamily="34" charset="-120"/>
              </a:rPr>
              <a:t>REVENUE UPSIDE</a:t>
            </a:r>
            <a:endParaRPr lang="en-US" sz="1100" dirty="0">
              <a:latin typeface="+mj-lt"/>
            </a:endParaRPr>
          </a:p>
        </p:txBody>
      </p:sp>
      <p:sp>
        <p:nvSpPr>
          <p:cNvPr id="13" name="Text 5">
            <a:extLst>
              <a:ext uri="{FF2B5EF4-FFF2-40B4-BE49-F238E27FC236}">
                <a16:creationId xmlns:a16="http://schemas.microsoft.com/office/drawing/2014/main" id="{998BE66C-81C5-A2E1-4F7D-44622AD102CA}"/>
              </a:ext>
            </a:extLst>
          </p:cNvPr>
          <p:cNvSpPr/>
          <p:nvPr/>
        </p:nvSpPr>
        <p:spPr>
          <a:xfrm>
            <a:off x="457200" y="4251960"/>
            <a:ext cx="11274552" cy="201168"/>
          </a:xfrm>
          <a:prstGeom prst="rect">
            <a:avLst/>
          </a:prstGeom>
          <a:noFill/>
          <a:ln/>
        </p:spPr>
        <p:txBody>
          <a:bodyPr wrap="square" lIns="0" tIns="0" rIns="0" bIns="0" rtlCol="0" anchor="ctr"/>
          <a:lstStyle/>
          <a:p>
            <a:pPr marL="0" indent="0">
              <a:buNone/>
            </a:pPr>
            <a:r>
              <a:rPr lang="en-US" sz="1100" b="1" dirty="0">
                <a:solidFill>
                  <a:srgbClr val="13338E"/>
                </a:solidFill>
                <a:latin typeface="+mj-lt"/>
                <a:ea typeface="Calibri" pitchFamily="34" charset="-122"/>
                <a:cs typeface="Calibri" pitchFamily="34" charset="-120"/>
              </a:rPr>
              <a:t>HEADCOUNT REDUCTION</a:t>
            </a:r>
            <a:endParaRPr lang="en-US" sz="1100" dirty="0">
              <a:latin typeface="+mj-lt"/>
            </a:endParaRPr>
          </a:p>
        </p:txBody>
      </p:sp>
      <p:graphicFrame>
        <p:nvGraphicFramePr>
          <p:cNvPr id="15" name="Table 2">
            <a:extLst>
              <a:ext uri="{FF2B5EF4-FFF2-40B4-BE49-F238E27FC236}">
                <a16:creationId xmlns:a16="http://schemas.microsoft.com/office/drawing/2014/main" id="{A3AF5E10-9F8A-97B7-9EB3-6D3DB14EB296}"/>
              </a:ext>
            </a:extLst>
          </p:cNvPr>
          <p:cNvGraphicFramePr>
            <a:graphicFrameLocks noGrp="1"/>
          </p:cNvGraphicFramePr>
          <p:nvPr>
            <p:extLst>
              <p:ext uri="{D42A27DB-BD31-4B8C-83A1-F6EECF244321}">
                <p14:modId xmlns:p14="http://schemas.microsoft.com/office/powerpoint/2010/main" val="2015671239"/>
              </p:ext>
            </p:extLst>
          </p:nvPr>
        </p:nvGraphicFramePr>
        <p:xfrm>
          <a:off x="457200" y="4462272"/>
          <a:ext cx="11274551" cy="1295400"/>
        </p:xfrm>
        <a:graphic>
          <a:graphicData uri="http://schemas.openxmlformats.org/drawingml/2006/table">
            <a:tbl>
              <a:tblPr/>
              <a:tblGrid>
                <a:gridCol w="2480401">
                  <a:extLst>
                    <a:ext uri="{9D8B030D-6E8A-4147-A177-3AD203B41FA5}">
                      <a16:colId xmlns:a16="http://schemas.microsoft.com/office/drawing/2014/main" val="20000"/>
                    </a:ext>
                  </a:extLst>
                </a:gridCol>
                <a:gridCol w="1014710">
                  <a:extLst>
                    <a:ext uri="{9D8B030D-6E8A-4147-A177-3AD203B41FA5}">
                      <a16:colId xmlns:a16="http://schemas.microsoft.com/office/drawing/2014/main" val="20001"/>
                    </a:ext>
                  </a:extLst>
                </a:gridCol>
                <a:gridCol w="1578437">
                  <a:extLst>
                    <a:ext uri="{9D8B030D-6E8A-4147-A177-3AD203B41FA5}">
                      <a16:colId xmlns:a16="http://schemas.microsoft.com/office/drawing/2014/main" val="20002"/>
                    </a:ext>
                  </a:extLst>
                </a:gridCol>
                <a:gridCol w="1578437">
                  <a:extLst>
                    <a:ext uri="{9D8B030D-6E8A-4147-A177-3AD203B41FA5}">
                      <a16:colId xmlns:a16="http://schemas.microsoft.com/office/drawing/2014/main" val="20003"/>
                    </a:ext>
                  </a:extLst>
                </a:gridCol>
                <a:gridCol w="1578437">
                  <a:extLst>
                    <a:ext uri="{9D8B030D-6E8A-4147-A177-3AD203B41FA5}">
                      <a16:colId xmlns:a16="http://schemas.microsoft.com/office/drawing/2014/main" val="20004"/>
                    </a:ext>
                  </a:extLst>
                </a:gridCol>
                <a:gridCol w="3044129">
                  <a:extLst>
                    <a:ext uri="{9D8B030D-6E8A-4147-A177-3AD203B41FA5}">
                      <a16:colId xmlns:a16="http://schemas.microsoft.com/office/drawing/2014/main" val="20005"/>
                    </a:ext>
                  </a:extLst>
                </a:gridCol>
              </a:tblGrid>
              <a:tr h="237744">
                <a:tc>
                  <a:txBody>
                    <a:bodyPr/>
                    <a:lstStyle/>
                    <a:p>
                      <a:pPr marL="0" indent="0">
                        <a:buNone/>
                      </a:pPr>
                      <a:r>
                        <a:rPr lang="en-US" sz="1100" b="1" dirty="0">
                          <a:solidFill>
                            <a:srgbClr val="FFFFFF"/>
                          </a:solidFill>
                          <a:latin typeface="+mj-lt"/>
                          <a:ea typeface="Calibri" pitchFamily="34" charset="-122"/>
                          <a:cs typeface="Calibri" pitchFamily="34" charset="-120"/>
                        </a:rPr>
                        <a:t>Department</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HC</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People Exp</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Other Exp</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Total Cost</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Notes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37744">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r h="237744">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ct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extLst>
                  <a:ext uri="{0D108BD9-81ED-4DB2-BD59-A6C34878D82A}">
                    <a16:rowId xmlns:a16="http://schemas.microsoft.com/office/drawing/2014/main" val="10004"/>
                  </a:ext>
                </a:extLst>
              </a:tr>
            </a:tbl>
          </a:graphicData>
        </a:graphic>
      </p:graphicFrame>
      <p:graphicFrame>
        <p:nvGraphicFramePr>
          <p:cNvPr id="17" name="Table 0">
            <a:extLst>
              <a:ext uri="{FF2B5EF4-FFF2-40B4-BE49-F238E27FC236}">
                <a16:creationId xmlns:a16="http://schemas.microsoft.com/office/drawing/2014/main" id="{08216DFF-312F-33C4-0E97-39476504F72B}"/>
              </a:ext>
            </a:extLst>
          </p:cNvPr>
          <p:cNvGraphicFramePr>
            <a:graphicFrameLocks noGrp="1"/>
          </p:cNvGraphicFramePr>
          <p:nvPr>
            <p:extLst>
              <p:ext uri="{D42A27DB-BD31-4B8C-83A1-F6EECF244321}">
                <p14:modId xmlns:p14="http://schemas.microsoft.com/office/powerpoint/2010/main" val="3295133639"/>
              </p:ext>
            </p:extLst>
          </p:nvPr>
        </p:nvGraphicFramePr>
        <p:xfrm>
          <a:off x="461010" y="2751582"/>
          <a:ext cx="11274551" cy="1295400"/>
        </p:xfrm>
        <a:graphic>
          <a:graphicData uri="http://schemas.openxmlformats.org/drawingml/2006/table">
            <a:tbl>
              <a:tblPr/>
              <a:tblGrid>
                <a:gridCol w="3156875">
                  <a:extLst>
                    <a:ext uri="{9D8B030D-6E8A-4147-A177-3AD203B41FA5}">
                      <a16:colId xmlns:a16="http://schemas.microsoft.com/office/drawing/2014/main" val="20000"/>
                    </a:ext>
                  </a:extLst>
                </a:gridCol>
                <a:gridCol w="1352946">
                  <a:extLst>
                    <a:ext uri="{9D8B030D-6E8A-4147-A177-3AD203B41FA5}">
                      <a16:colId xmlns:a16="http://schemas.microsoft.com/office/drawing/2014/main" val="20001"/>
                    </a:ext>
                  </a:extLst>
                </a:gridCol>
                <a:gridCol w="1352946">
                  <a:extLst>
                    <a:ext uri="{9D8B030D-6E8A-4147-A177-3AD203B41FA5}">
                      <a16:colId xmlns:a16="http://schemas.microsoft.com/office/drawing/2014/main" val="20002"/>
                    </a:ext>
                  </a:extLst>
                </a:gridCol>
                <a:gridCol w="1352946">
                  <a:extLst>
                    <a:ext uri="{9D8B030D-6E8A-4147-A177-3AD203B41FA5}">
                      <a16:colId xmlns:a16="http://schemas.microsoft.com/office/drawing/2014/main" val="20003"/>
                    </a:ext>
                  </a:extLst>
                </a:gridCol>
                <a:gridCol w="1578437">
                  <a:extLst>
                    <a:ext uri="{9D8B030D-6E8A-4147-A177-3AD203B41FA5}">
                      <a16:colId xmlns:a16="http://schemas.microsoft.com/office/drawing/2014/main" val="20004"/>
                    </a:ext>
                  </a:extLst>
                </a:gridCol>
                <a:gridCol w="1127455">
                  <a:extLst>
                    <a:ext uri="{9D8B030D-6E8A-4147-A177-3AD203B41FA5}">
                      <a16:colId xmlns:a16="http://schemas.microsoft.com/office/drawing/2014/main" val="20005"/>
                    </a:ext>
                  </a:extLst>
                </a:gridCol>
                <a:gridCol w="1352946">
                  <a:extLst>
                    <a:ext uri="{9D8B030D-6E8A-4147-A177-3AD203B41FA5}">
                      <a16:colId xmlns:a16="http://schemas.microsoft.com/office/drawing/2014/main" val="20006"/>
                    </a:ext>
                  </a:extLst>
                </a:gridCol>
              </a:tblGrid>
              <a:tr h="219456">
                <a:tc>
                  <a:txBody>
                    <a:bodyPr/>
                    <a:lstStyle/>
                    <a:p>
                      <a:pPr marL="0" indent="0">
                        <a:buNone/>
                      </a:pPr>
                      <a:r>
                        <a:rPr lang="en-US" sz="1100" b="1" dirty="0">
                          <a:solidFill>
                            <a:srgbClr val="FFFFFF"/>
                          </a:solidFill>
                          <a:latin typeface="+mj-lt"/>
                          <a:ea typeface="Calibri" pitchFamily="34" charset="-122"/>
                          <a:cs typeface="Calibri" pitchFamily="34" charset="-120"/>
                        </a:rPr>
                        <a:t>Initiative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Baseline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Committed</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Realised</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Funnel Stage</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Status</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tc>
                  <a:txBody>
                    <a:bodyPr/>
                    <a:lstStyle/>
                    <a:p>
                      <a:pPr marL="0" indent="0">
                        <a:buNone/>
                      </a:pPr>
                      <a:r>
                        <a:rPr lang="en-US" sz="1100" b="1" dirty="0">
                          <a:solidFill>
                            <a:srgbClr val="FFFFFF"/>
                          </a:solidFill>
                          <a:latin typeface="+mj-lt"/>
                          <a:ea typeface="Calibri" pitchFamily="34" charset="-122"/>
                          <a:cs typeface="Calibri" pitchFamily="34" charset="-120"/>
                        </a:rPr>
                        <a:t>Owner</a:t>
                      </a: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C2247"/>
                    </a:solidFill>
                  </a:tcPr>
                </a:tc>
                <a:extLst>
                  <a:ext uri="{0D108BD9-81ED-4DB2-BD59-A6C34878D82A}">
                    <a16:rowId xmlns:a16="http://schemas.microsoft.com/office/drawing/2014/main" val="10000"/>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8FC"/>
                    </a:solidFill>
                  </a:tcPr>
                </a:tc>
                <a:extLst>
                  <a:ext uri="{0D108BD9-81ED-4DB2-BD59-A6C34878D82A}">
                    <a16:rowId xmlns:a16="http://schemas.microsoft.com/office/drawing/2014/main" val="10002"/>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9456">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lgn="r">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tc>
                  <a:txBody>
                    <a:bodyPr/>
                    <a:lstStyle/>
                    <a:p>
                      <a:pPr marL="0" indent="0">
                        <a:buNone/>
                      </a:pPr>
                      <a:endParaRPr lang="en-US" sz="1100" dirty="0">
                        <a:latin typeface="+mj-lt"/>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2F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39785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CCF10A5-AFE8-97F6-31AA-C4FA62776FDD}"/>
              </a:ext>
            </a:extLst>
          </p:cNvPr>
          <p:cNvGrpSpPr/>
          <p:nvPr/>
        </p:nvGrpSpPr>
        <p:grpSpPr>
          <a:xfrm>
            <a:off x="304819" y="321199"/>
            <a:ext cx="5791181" cy="5236946"/>
            <a:chOff x="1223532" y="152757"/>
            <a:chExt cx="5791181" cy="5236946"/>
          </a:xfrm>
        </p:grpSpPr>
        <p:sp>
          <p:nvSpPr>
            <p:cNvPr id="3" name="TextBox 2">
              <a:extLst>
                <a:ext uri="{FF2B5EF4-FFF2-40B4-BE49-F238E27FC236}">
                  <a16:creationId xmlns:a16="http://schemas.microsoft.com/office/drawing/2014/main" id="{7F63B8ED-F0D7-8A65-614D-2D085C05618F}"/>
                </a:ext>
              </a:extLst>
            </p:cNvPr>
            <p:cNvSpPr txBox="1"/>
            <p:nvPr/>
          </p:nvSpPr>
          <p:spPr>
            <a:xfrm>
              <a:off x="1223533" y="5051149"/>
              <a:ext cx="3388659" cy="338554"/>
            </a:xfrm>
            <a:prstGeom prst="rect">
              <a:avLst/>
            </a:prstGeom>
            <a:noFill/>
          </p:spPr>
          <p:txBody>
            <a:bodyPr wrap="square" rtlCol="0">
              <a:spAutoFit/>
            </a:bodyPr>
            <a:lstStyle/>
            <a:p>
              <a:pPr>
                <a:defRPr/>
              </a:pPr>
              <a:r>
                <a:rPr lang="en-GB" sz="1600" dirty="0" err="1">
                  <a:solidFill>
                    <a:srgbClr val="6CB1DB"/>
                  </a:solidFill>
                  <a:latin typeface="Arial" panose="020B0604020202020204" pitchFamily="34" charset="0"/>
                  <a:cs typeface="Arial" panose="020B0604020202020204" pitchFamily="34" charset="0"/>
                </a:rPr>
                <a:t>www.firstsource.com</a:t>
              </a:r>
              <a:endParaRPr lang="en-GB" sz="1600" dirty="0">
                <a:solidFill>
                  <a:srgbClr val="6CB1DB"/>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9C08FD05-CB8E-7BDC-6B44-D5F25201D6C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279664" y="152757"/>
              <a:ext cx="1805764" cy="487352"/>
            </a:xfrm>
            <a:prstGeom prst="rect">
              <a:avLst/>
            </a:prstGeom>
          </p:spPr>
        </p:pic>
        <p:sp>
          <p:nvSpPr>
            <p:cNvPr id="5" name="Rectangle 4">
              <a:extLst>
                <a:ext uri="{FF2B5EF4-FFF2-40B4-BE49-F238E27FC236}">
                  <a16:creationId xmlns:a16="http://schemas.microsoft.com/office/drawing/2014/main" id="{FE970491-7D7B-BD42-C61F-7A7122840DB3}"/>
                </a:ext>
              </a:extLst>
            </p:cNvPr>
            <p:cNvSpPr/>
            <p:nvPr/>
          </p:nvSpPr>
          <p:spPr>
            <a:xfrm>
              <a:off x="1223532" y="1023179"/>
              <a:ext cx="5791181" cy="3795078"/>
            </a:xfrm>
            <a:prstGeom prst="rect">
              <a:avLst/>
            </a:prstGeom>
          </p:spPr>
          <p:txBody>
            <a:bodyPr wrap="square">
              <a:spAutoFit/>
            </a:bodyPr>
            <a:lstStyle/>
            <a:p>
              <a:pPr>
                <a:spcAft>
                  <a:spcPts val="600"/>
                </a:spcAft>
              </a:pPr>
              <a:r>
                <a:rPr lang="en-US" sz="2000" dirty="0">
                  <a:solidFill>
                    <a:srgbClr val="6CB1DB"/>
                  </a:solidFill>
                  <a:latin typeface="Arial" panose="020B0604020202020204" pitchFamily="34" charset="0"/>
                  <a:cs typeface="Arial" panose="020B0604020202020204" pitchFamily="34" charset="0"/>
                </a:rPr>
                <a:t>We make it happen </a:t>
              </a:r>
              <a:r>
                <a:rPr lang="en-US" sz="2000" dirty="0">
                  <a:solidFill>
                    <a:srgbClr val="FEFFFF"/>
                  </a:solidFill>
                  <a:latin typeface="Arial" panose="020B0604020202020204" pitchFamily="34" charset="0"/>
                  <a:cs typeface="Arial" panose="020B0604020202020204" pitchFamily="34" charset="0"/>
                </a:rPr>
                <a:t>for our clients, solving their biggest challenges with hyper-focused, domain-centered teams and cutting-edge tech, data and analytics. Our real-world practitioners work collaboratively to deliver future-focused outcomes.</a:t>
              </a:r>
            </a:p>
            <a:p>
              <a:pPr>
                <a:spcAft>
                  <a:spcPts val="600"/>
                </a:spcAft>
              </a:pPr>
              <a:endParaRPr lang="en-GB" sz="1200" dirty="0">
                <a:solidFill>
                  <a:srgbClr val="FEFFFF"/>
                </a:solidFill>
                <a:latin typeface="Arial" panose="020B0604020202020204" pitchFamily="34" charset="0"/>
                <a:cs typeface="Arial" panose="020B0604020202020204" pitchFamily="34" charset="0"/>
              </a:endParaRPr>
            </a:p>
            <a:p>
              <a:pPr>
                <a:lnSpc>
                  <a:spcPct val="130000"/>
                </a:lnSpc>
              </a:pPr>
              <a:r>
                <a:rPr lang="en-US" sz="1100" dirty="0" err="1">
                  <a:solidFill>
                    <a:srgbClr val="FEFFFF"/>
                  </a:solidFill>
                  <a:latin typeface="Arial" panose="020B0604020202020204" pitchFamily="34" charset="0"/>
                  <a:cs typeface="Arial" panose="020B0604020202020204" pitchFamily="34" charset="0"/>
                </a:rPr>
                <a:t>Firstsource</a:t>
              </a:r>
              <a:r>
                <a:rPr lang="en-US" sz="1100" dirty="0">
                  <a:solidFill>
                    <a:srgbClr val="FEFFFF"/>
                  </a:solidFill>
                  <a:latin typeface="Arial" panose="020B0604020202020204" pitchFamily="34" charset="0"/>
                  <a:cs typeface="Arial" panose="020B0604020202020204" pitchFamily="34" charset="0"/>
                </a:rPr>
                <a:t> is a specialized global business process management partner, and an RP-Sanjiv </a:t>
              </a:r>
              <a:r>
                <a:rPr lang="en-US" sz="1100" dirty="0" err="1">
                  <a:solidFill>
                    <a:srgbClr val="FEFFFF"/>
                  </a:solidFill>
                  <a:latin typeface="Arial" panose="020B0604020202020204" pitchFamily="34" charset="0"/>
                  <a:cs typeface="Arial" panose="020B0604020202020204" pitchFamily="34" charset="0"/>
                </a:rPr>
                <a:t>Goenka</a:t>
              </a:r>
              <a:r>
                <a:rPr lang="en-US" sz="1100" dirty="0">
                  <a:solidFill>
                    <a:srgbClr val="FEFFFF"/>
                  </a:solidFill>
                  <a:latin typeface="Arial" panose="020B0604020202020204" pitchFamily="34" charset="0"/>
                  <a:cs typeface="Arial" panose="020B0604020202020204" pitchFamily="34" charset="0"/>
                </a:rPr>
                <a:t> Group company. We provide transformational solutions and services spanning the customer lifecycle across Healthcare, Banking and Financial Services, Communications, Media and Technology, and other diverse industries. With an established presence in the US, the UK, India, Mexico, Australia, and the Philippines, we act as a trusted growth partner for leading global brands, including several Fortune 500 and FTSE 100 companies.</a:t>
              </a:r>
            </a:p>
          </p:txBody>
        </p:sp>
      </p:grpSp>
      <p:sp>
        <p:nvSpPr>
          <p:cNvPr id="10" name="TextBox 9">
            <a:extLst>
              <a:ext uri="{FF2B5EF4-FFF2-40B4-BE49-F238E27FC236}">
                <a16:creationId xmlns:a16="http://schemas.microsoft.com/office/drawing/2014/main" id="{70555A58-2F8C-6E1E-C089-66F780470190}"/>
              </a:ext>
            </a:extLst>
          </p:cNvPr>
          <p:cNvSpPr txBox="1"/>
          <p:nvPr/>
        </p:nvSpPr>
        <p:spPr>
          <a:xfrm>
            <a:off x="305711" y="6335615"/>
            <a:ext cx="5700466" cy="276999"/>
          </a:xfrm>
          <a:prstGeom prst="rect">
            <a:avLst/>
          </a:prstGeom>
          <a:noFill/>
          <a:ln>
            <a:noFill/>
          </a:ln>
        </p:spPr>
        <p:txBody>
          <a:bodyPr wrap="square" rtlCol="0">
            <a:spAutoFit/>
          </a:bodyPr>
          <a:lstStyle/>
          <a:p>
            <a:pPr>
              <a:defRPr/>
            </a:pPr>
            <a:r>
              <a:rPr lang="en-US" sz="1200" dirty="0">
                <a:solidFill>
                  <a:prstClr val="white"/>
                </a:solidFill>
                <a:latin typeface="Arial" panose="020B0604020202020204" pitchFamily="34" charset="0"/>
                <a:cs typeface="Arial" panose="020B0604020202020204" pitchFamily="34" charset="0"/>
              </a:rPr>
              <a:t>Copyright © 2025 </a:t>
            </a:r>
            <a:r>
              <a:rPr lang="en-US" sz="1200" dirty="0" err="1">
                <a:solidFill>
                  <a:prstClr val="white"/>
                </a:solidFill>
                <a:latin typeface="Arial" panose="020B0604020202020204" pitchFamily="34" charset="0"/>
                <a:cs typeface="Arial" panose="020B0604020202020204" pitchFamily="34" charset="0"/>
              </a:rPr>
              <a:t>Firstsource</a:t>
            </a:r>
            <a:r>
              <a:rPr lang="en-US" sz="1200" dirty="0">
                <a:solidFill>
                  <a:prstClr val="white"/>
                </a:solidFill>
                <a:latin typeface="Arial" panose="020B0604020202020204" pitchFamily="34" charset="0"/>
                <a:cs typeface="Arial" panose="020B0604020202020204" pitchFamily="34" charset="0"/>
              </a:rPr>
              <a:t>. All rights reserved. </a:t>
            </a:r>
          </a:p>
        </p:txBody>
      </p:sp>
      <p:grpSp>
        <p:nvGrpSpPr>
          <p:cNvPr id="25" name="Group 24">
            <a:extLst>
              <a:ext uri="{FF2B5EF4-FFF2-40B4-BE49-F238E27FC236}">
                <a16:creationId xmlns:a16="http://schemas.microsoft.com/office/drawing/2014/main" id="{26C19E77-DEF0-1025-C3A4-547B3CFF143D}"/>
              </a:ext>
            </a:extLst>
          </p:cNvPr>
          <p:cNvGrpSpPr/>
          <p:nvPr/>
        </p:nvGrpSpPr>
        <p:grpSpPr>
          <a:xfrm>
            <a:off x="10957757" y="188105"/>
            <a:ext cx="990000" cy="392400"/>
            <a:chOff x="13029835" y="414587"/>
            <a:chExt cx="2122741" cy="842486"/>
          </a:xfrm>
          <a:solidFill>
            <a:schemeClr val="bg1"/>
          </a:solidFill>
        </p:grpSpPr>
        <p:sp>
          <p:nvSpPr>
            <p:cNvPr id="26" name="Freeform: Shape 25">
              <a:extLst>
                <a:ext uri="{FF2B5EF4-FFF2-40B4-BE49-F238E27FC236}">
                  <a16:creationId xmlns:a16="http://schemas.microsoft.com/office/drawing/2014/main" id="{FEBF88B6-7415-D70A-F7F8-B6496C2FFA4E}"/>
                </a:ext>
              </a:extLst>
            </p:cNvPr>
            <p:cNvSpPr/>
            <p:nvPr/>
          </p:nvSpPr>
          <p:spPr>
            <a:xfrm>
              <a:off x="14058636" y="493168"/>
              <a:ext cx="874103" cy="445750"/>
            </a:xfrm>
            <a:custGeom>
              <a:avLst/>
              <a:gdLst>
                <a:gd name="connsiteX0" fmla="*/ 86386 w 874103"/>
                <a:gd name="connsiteY0" fmla="*/ 278892 h 445750"/>
                <a:gd name="connsiteX1" fmla="*/ 282982 w 874103"/>
                <a:gd name="connsiteY1" fmla="*/ 0 h 445750"/>
                <a:gd name="connsiteX2" fmla="*/ 3137 w 874103"/>
                <a:gd name="connsiteY2" fmla="*/ 316516 h 445750"/>
                <a:gd name="connsiteX3" fmla="*/ 436906 w 874103"/>
                <a:gd name="connsiteY3" fmla="*/ 439579 h 445750"/>
                <a:gd name="connsiteX4" fmla="*/ 874103 w 874103"/>
                <a:gd name="connsiteY4" fmla="*/ 281940 h 445750"/>
                <a:gd name="connsiteX5" fmla="*/ 86290 w 874103"/>
                <a:gd name="connsiteY5" fmla="*/ 278892 h 445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74103" h="445750">
                  <a:moveTo>
                    <a:pt x="86386" y="278892"/>
                  </a:moveTo>
                  <a:cubicBezTo>
                    <a:pt x="41904" y="177356"/>
                    <a:pt x="214592" y="48196"/>
                    <a:pt x="282982" y="0"/>
                  </a:cubicBezTo>
                  <a:cubicBezTo>
                    <a:pt x="180588" y="40005"/>
                    <a:pt x="-28010" y="179165"/>
                    <a:pt x="3137" y="316516"/>
                  </a:cubicBezTo>
                  <a:cubicBezTo>
                    <a:pt x="28569" y="429006"/>
                    <a:pt x="251740" y="460820"/>
                    <a:pt x="436906" y="439579"/>
                  </a:cubicBezTo>
                  <a:cubicBezTo>
                    <a:pt x="600736" y="420815"/>
                    <a:pt x="771328" y="361569"/>
                    <a:pt x="874103" y="281940"/>
                  </a:cubicBezTo>
                  <a:cubicBezTo>
                    <a:pt x="650075" y="411956"/>
                    <a:pt x="152108" y="428435"/>
                    <a:pt x="86290" y="278892"/>
                  </a:cubicBezTo>
                  <a:close/>
                </a:path>
              </a:pathLst>
            </a:custGeom>
            <a:grpFill/>
            <a:ln w="9525" cap="flat">
              <a:noFill/>
              <a:prstDash val="solid"/>
              <a:miter/>
            </a:ln>
          </p:spPr>
          <p:txBody>
            <a:bodyPr rtlCol="0" anchor="ctr"/>
            <a:lstStyle/>
            <a:p>
              <a:endParaRPr lang="en-IN"/>
            </a:p>
          </p:txBody>
        </p:sp>
        <p:sp>
          <p:nvSpPr>
            <p:cNvPr id="27" name="Freeform: Shape 26">
              <a:extLst>
                <a:ext uri="{FF2B5EF4-FFF2-40B4-BE49-F238E27FC236}">
                  <a16:creationId xmlns:a16="http://schemas.microsoft.com/office/drawing/2014/main" id="{C221EACC-FBCC-C505-4151-E2BEF009B276}"/>
                </a:ext>
              </a:extLst>
            </p:cNvPr>
            <p:cNvSpPr/>
            <p:nvPr/>
          </p:nvSpPr>
          <p:spPr>
            <a:xfrm>
              <a:off x="14157500" y="414587"/>
              <a:ext cx="926117" cy="454067"/>
            </a:xfrm>
            <a:custGeom>
              <a:avLst/>
              <a:gdLst>
                <a:gd name="connsiteX0" fmla="*/ 817817 w 926117"/>
                <a:gd name="connsiteY0" fmla="*/ 320326 h 454067"/>
                <a:gd name="connsiteX1" fmla="*/ 922592 w 926117"/>
                <a:gd name="connsiteY1" fmla="*/ 105156 h 454067"/>
                <a:gd name="connsiteX2" fmla="*/ 784193 w 926117"/>
                <a:gd name="connsiteY2" fmla="*/ 8001 h 454067"/>
                <a:gd name="connsiteX3" fmla="*/ 693230 w 926117"/>
                <a:gd name="connsiteY3" fmla="*/ 0 h 454067"/>
                <a:gd name="connsiteX4" fmla="*/ 127635 w 926117"/>
                <a:gd name="connsiteY4" fmla="*/ 243935 h 454067"/>
                <a:gd name="connsiteX5" fmla="*/ 184213 w 926117"/>
                <a:gd name="connsiteY5" fmla="*/ 327279 h 454067"/>
                <a:gd name="connsiteX6" fmla="*/ 462439 w 926117"/>
                <a:gd name="connsiteY6" fmla="*/ 253079 h 454067"/>
                <a:gd name="connsiteX7" fmla="*/ 302609 w 926117"/>
                <a:gd name="connsiteY7" fmla="*/ 175927 h 454067"/>
                <a:gd name="connsiteX8" fmla="*/ 692468 w 926117"/>
                <a:gd name="connsiteY8" fmla="*/ 24479 h 454067"/>
                <a:gd name="connsiteX9" fmla="*/ 784669 w 926117"/>
                <a:gd name="connsiteY9" fmla="*/ 186690 h 454067"/>
                <a:gd name="connsiteX10" fmla="*/ 263271 w 926117"/>
                <a:gd name="connsiteY10" fmla="*/ 412242 h 454067"/>
                <a:gd name="connsiteX11" fmla="*/ 30289 w 926117"/>
                <a:gd name="connsiteY11" fmla="*/ 290513 h 454067"/>
                <a:gd name="connsiteX12" fmla="*/ 209931 w 926117"/>
                <a:gd name="connsiteY12" fmla="*/ 78677 h 454067"/>
                <a:gd name="connsiteX13" fmla="*/ 201644 w 926117"/>
                <a:gd name="connsiteY13" fmla="*/ 79439 h 454067"/>
                <a:gd name="connsiteX14" fmla="*/ 0 w 926117"/>
                <a:gd name="connsiteY14" fmla="*/ 318707 h 454067"/>
                <a:gd name="connsiteX15" fmla="*/ 357473 w 926117"/>
                <a:gd name="connsiteY15" fmla="*/ 453295 h 454067"/>
                <a:gd name="connsiteX16" fmla="*/ 817817 w 926117"/>
                <a:gd name="connsiteY16" fmla="*/ 320421 h 45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26117" h="454067">
                  <a:moveTo>
                    <a:pt x="817817" y="320326"/>
                  </a:moveTo>
                  <a:cubicBezTo>
                    <a:pt x="898969" y="247745"/>
                    <a:pt x="938689" y="167450"/>
                    <a:pt x="922592" y="105156"/>
                  </a:cubicBezTo>
                  <a:cubicBezTo>
                    <a:pt x="909733" y="54959"/>
                    <a:pt x="860584" y="20669"/>
                    <a:pt x="784193" y="8001"/>
                  </a:cubicBezTo>
                  <a:cubicBezTo>
                    <a:pt x="752761" y="2667"/>
                    <a:pt x="714089" y="0"/>
                    <a:pt x="693230" y="0"/>
                  </a:cubicBezTo>
                  <a:cubicBezTo>
                    <a:pt x="456914" y="1524"/>
                    <a:pt x="180880" y="139446"/>
                    <a:pt x="127635" y="243935"/>
                  </a:cubicBezTo>
                  <a:cubicBezTo>
                    <a:pt x="102203" y="294132"/>
                    <a:pt x="134398" y="316230"/>
                    <a:pt x="184213" y="327279"/>
                  </a:cubicBezTo>
                  <a:cubicBezTo>
                    <a:pt x="291751" y="351377"/>
                    <a:pt x="413575" y="283940"/>
                    <a:pt x="462439" y="253079"/>
                  </a:cubicBezTo>
                  <a:cubicBezTo>
                    <a:pt x="403669" y="256699"/>
                    <a:pt x="274892" y="248317"/>
                    <a:pt x="302609" y="175927"/>
                  </a:cubicBezTo>
                  <a:cubicBezTo>
                    <a:pt x="332042" y="99441"/>
                    <a:pt x="534162" y="8954"/>
                    <a:pt x="692468" y="24479"/>
                  </a:cubicBezTo>
                  <a:cubicBezTo>
                    <a:pt x="702945" y="25527"/>
                    <a:pt x="888778" y="36481"/>
                    <a:pt x="784669" y="186690"/>
                  </a:cubicBezTo>
                  <a:cubicBezTo>
                    <a:pt x="692372" y="320802"/>
                    <a:pt x="434530" y="409861"/>
                    <a:pt x="263271" y="412242"/>
                  </a:cubicBezTo>
                  <a:cubicBezTo>
                    <a:pt x="170021" y="416433"/>
                    <a:pt x="14668" y="401193"/>
                    <a:pt x="30289" y="290513"/>
                  </a:cubicBezTo>
                  <a:cubicBezTo>
                    <a:pt x="43243" y="200216"/>
                    <a:pt x="185071" y="98298"/>
                    <a:pt x="209931" y="78677"/>
                  </a:cubicBezTo>
                  <a:cubicBezTo>
                    <a:pt x="205835" y="79058"/>
                    <a:pt x="202311" y="79439"/>
                    <a:pt x="201644" y="79439"/>
                  </a:cubicBezTo>
                  <a:cubicBezTo>
                    <a:pt x="68104" y="173546"/>
                    <a:pt x="0" y="255079"/>
                    <a:pt x="0" y="318707"/>
                  </a:cubicBezTo>
                  <a:cubicBezTo>
                    <a:pt x="0" y="382334"/>
                    <a:pt x="76771" y="462820"/>
                    <a:pt x="357473" y="453295"/>
                  </a:cubicBezTo>
                  <a:cubicBezTo>
                    <a:pt x="514255" y="447961"/>
                    <a:pt x="724948" y="404146"/>
                    <a:pt x="817817" y="320421"/>
                  </a:cubicBezTo>
                  <a:close/>
                </a:path>
              </a:pathLst>
            </a:custGeom>
            <a:solidFill>
              <a:srgbClr val="DF6014"/>
            </a:solidFill>
            <a:ln w="9525" cap="flat">
              <a:noFill/>
              <a:prstDash val="solid"/>
              <a:miter/>
            </a:ln>
          </p:spPr>
          <p:txBody>
            <a:bodyPr rtlCol="0" anchor="ctr"/>
            <a:lstStyle/>
            <a:p>
              <a:endParaRPr lang="en-IN"/>
            </a:p>
          </p:txBody>
        </p:sp>
        <p:sp>
          <p:nvSpPr>
            <p:cNvPr id="28" name="Freeform: Shape 27">
              <a:extLst>
                <a:ext uri="{FF2B5EF4-FFF2-40B4-BE49-F238E27FC236}">
                  <a16:creationId xmlns:a16="http://schemas.microsoft.com/office/drawing/2014/main" id="{4E8B8BAD-B805-5882-AC5A-9386529B67B2}"/>
                </a:ext>
              </a:extLst>
            </p:cNvPr>
            <p:cNvSpPr/>
            <p:nvPr/>
          </p:nvSpPr>
          <p:spPr>
            <a:xfrm>
              <a:off x="14475355" y="449511"/>
              <a:ext cx="485364" cy="200629"/>
            </a:xfrm>
            <a:custGeom>
              <a:avLst/>
              <a:gdLst>
                <a:gd name="connsiteX0" fmla="*/ 481864 w 485364"/>
                <a:gd name="connsiteY0" fmla="*/ 97188 h 200629"/>
                <a:gd name="connsiteX1" fmla="*/ 453955 w 485364"/>
                <a:gd name="connsiteY1" fmla="*/ 27560 h 200629"/>
                <a:gd name="connsiteX2" fmla="*/ 212592 w 485364"/>
                <a:gd name="connsiteY2" fmla="*/ 16035 h 200629"/>
                <a:gd name="connsiteX3" fmla="*/ 10471 w 485364"/>
                <a:gd name="connsiteY3" fmla="*/ 125763 h 200629"/>
                <a:gd name="connsiteX4" fmla="*/ 51333 w 485364"/>
                <a:gd name="connsiteY4" fmla="*/ 200630 h 200629"/>
                <a:gd name="connsiteX5" fmla="*/ 51143 w 485364"/>
                <a:gd name="connsiteY5" fmla="*/ 200344 h 200629"/>
                <a:gd name="connsiteX6" fmla="*/ 45428 w 485364"/>
                <a:gd name="connsiteY6" fmla="*/ 187771 h 200629"/>
                <a:gd name="connsiteX7" fmla="*/ 246405 w 485364"/>
                <a:gd name="connsiteY7" fmla="*/ 61850 h 200629"/>
                <a:gd name="connsiteX8" fmla="*/ 481959 w 485364"/>
                <a:gd name="connsiteY8" fmla="*/ 97093 h 20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5364" h="200629">
                  <a:moveTo>
                    <a:pt x="481864" y="97188"/>
                  </a:moveTo>
                  <a:cubicBezTo>
                    <a:pt x="489864" y="76233"/>
                    <a:pt x="485578" y="47277"/>
                    <a:pt x="453955" y="27560"/>
                  </a:cubicBezTo>
                  <a:cubicBezTo>
                    <a:pt x="444240" y="21560"/>
                    <a:pt x="372421" y="-23398"/>
                    <a:pt x="212592" y="16035"/>
                  </a:cubicBezTo>
                  <a:cubicBezTo>
                    <a:pt x="119151" y="39276"/>
                    <a:pt x="38475" y="84424"/>
                    <a:pt x="10471" y="125763"/>
                  </a:cubicBezTo>
                  <a:cubicBezTo>
                    <a:pt x="-24486" y="177674"/>
                    <a:pt x="38189" y="198915"/>
                    <a:pt x="51333" y="200630"/>
                  </a:cubicBezTo>
                  <a:lnTo>
                    <a:pt x="51143" y="200344"/>
                  </a:lnTo>
                  <a:cubicBezTo>
                    <a:pt x="48285" y="196534"/>
                    <a:pt x="46380" y="192247"/>
                    <a:pt x="45428" y="187771"/>
                  </a:cubicBezTo>
                  <a:cubicBezTo>
                    <a:pt x="36189" y="143384"/>
                    <a:pt x="126486" y="88901"/>
                    <a:pt x="246405" y="61850"/>
                  </a:cubicBezTo>
                  <a:cubicBezTo>
                    <a:pt x="322986" y="44610"/>
                    <a:pt x="463956" y="38324"/>
                    <a:pt x="481959" y="97093"/>
                  </a:cubicBezTo>
                  <a:close/>
                </a:path>
              </a:pathLst>
            </a:custGeom>
            <a:grpFill/>
            <a:ln w="9525" cap="flat">
              <a:noFill/>
              <a:prstDash val="solid"/>
              <a:miter/>
            </a:ln>
          </p:spPr>
          <p:txBody>
            <a:bodyPr rtlCol="0" anchor="ctr"/>
            <a:lstStyle/>
            <a:p>
              <a:endParaRPr lang="en-IN"/>
            </a:p>
          </p:txBody>
        </p:sp>
        <p:grpSp>
          <p:nvGrpSpPr>
            <p:cNvPr id="29" name="Graphic 48">
              <a:extLst>
                <a:ext uri="{FF2B5EF4-FFF2-40B4-BE49-F238E27FC236}">
                  <a16:creationId xmlns:a16="http://schemas.microsoft.com/office/drawing/2014/main" id="{E02C127C-B8CA-8AA5-7FE3-8C9B04BCE06F}"/>
                </a:ext>
              </a:extLst>
            </p:cNvPr>
            <p:cNvGrpSpPr/>
            <p:nvPr/>
          </p:nvGrpSpPr>
          <p:grpSpPr>
            <a:xfrm>
              <a:off x="13029835" y="911220"/>
              <a:ext cx="2054351" cy="345853"/>
              <a:chOff x="13029835" y="911220"/>
              <a:chExt cx="2054351" cy="345853"/>
            </a:xfrm>
            <a:grpFill/>
          </p:grpSpPr>
          <p:sp>
            <p:nvSpPr>
              <p:cNvPr id="33" name="Freeform: Shape 32">
                <a:extLst>
                  <a:ext uri="{FF2B5EF4-FFF2-40B4-BE49-F238E27FC236}">
                    <a16:creationId xmlns:a16="http://schemas.microsoft.com/office/drawing/2014/main" id="{6ECB4D61-FEEC-9085-D72A-AEDBBA5C8B2C}"/>
                  </a:ext>
                </a:extLst>
              </p:cNvPr>
              <p:cNvSpPr/>
              <p:nvPr/>
            </p:nvSpPr>
            <p:spPr>
              <a:xfrm>
                <a:off x="13029835" y="911220"/>
                <a:ext cx="171069" cy="340804"/>
              </a:xfrm>
              <a:custGeom>
                <a:avLst/>
                <a:gdLst>
                  <a:gd name="connsiteX0" fmla="*/ 52864 w 171069"/>
                  <a:gd name="connsiteY0" fmla="*/ 95441 h 340804"/>
                  <a:gd name="connsiteX1" fmla="*/ 20765 w 171069"/>
                  <a:gd name="connsiteY1" fmla="*/ 95441 h 340804"/>
                  <a:gd name="connsiteX2" fmla="*/ 12764 w 171069"/>
                  <a:gd name="connsiteY2" fmla="*/ 132969 h 340804"/>
                  <a:gd name="connsiteX3" fmla="*/ 44101 w 171069"/>
                  <a:gd name="connsiteY3" fmla="*/ 132969 h 340804"/>
                  <a:gd name="connsiteX4" fmla="*/ 0 w 171069"/>
                  <a:gd name="connsiteY4" fmla="*/ 340805 h 340804"/>
                  <a:gd name="connsiteX5" fmla="*/ 64294 w 171069"/>
                  <a:gd name="connsiteY5" fmla="*/ 340805 h 340804"/>
                  <a:gd name="connsiteX6" fmla="*/ 108395 w 171069"/>
                  <a:gd name="connsiteY6" fmla="*/ 132969 h 340804"/>
                  <a:gd name="connsiteX7" fmla="*/ 141256 w 171069"/>
                  <a:gd name="connsiteY7" fmla="*/ 132969 h 340804"/>
                  <a:gd name="connsiteX8" fmla="*/ 149162 w 171069"/>
                  <a:gd name="connsiteY8" fmla="*/ 95441 h 340804"/>
                  <a:gd name="connsiteX9" fmla="*/ 116776 w 171069"/>
                  <a:gd name="connsiteY9" fmla="*/ 95441 h 340804"/>
                  <a:gd name="connsiteX10" fmla="*/ 120682 w 171069"/>
                  <a:gd name="connsiteY10" fmla="*/ 76581 h 340804"/>
                  <a:gd name="connsiteX11" fmla="*/ 162782 w 171069"/>
                  <a:gd name="connsiteY11" fmla="*/ 39910 h 340804"/>
                  <a:gd name="connsiteX12" fmla="*/ 171069 w 171069"/>
                  <a:gd name="connsiteY12" fmla="*/ 762 h 340804"/>
                  <a:gd name="connsiteX13" fmla="*/ 150114 w 171069"/>
                  <a:gd name="connsiteY13" fmla="*/ 0 h 340804"/>
                  <a:gd name="connsiteX14" fmla="*/ 52959 w 171069"/>
                  <a:gd name="connsiteY14" fmla="*/ 95441 h 340804"/>
                  <a:gd name="connsiteX15" fmla="*/ 52959 w 171069"/>
                  <a:gd name="connsiteY15" fmla="*/ 95441 h 340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069" h="340804">
                    <a:moveTo>
                      <a:pt x="52864" y="95441"/>
                    </a:moveTo>
                    <a:lnTo>
                      <a:pt x="20765" y="95441"/>
                    </a:lnTo>
                    <a:cubicBezTo>
                      <a:pt x="20002" y="99155"/>
                      <a:pt x="14002" y="127540"/>
                      <a:pt x="12764" y="132969"/>
                    </a:cubicBezTo>
                    <a:lnTo>
                      <a:pt x="44101" y="132969"/>
                    </a:lnTo>
                    <a:cubicBezTo>
                      <a:pt x="44101" y="132969"/>
                      <a:pt x="1429" y="334137"/>
                      <a:pt x="0" y="340805"/>
                    </a:cubicBezTo>
                    <a:lnTo>
                      <a:pt x="64294" y="340805"/>
                    </a:lnTo>
                    <a:cubicBezTo>
                      <a:pt x="65151" y="336328"/>
                      <a:pt x="108395" y="132969"/>
                      <a:pt x="108395" y="132969"/>
                    </a:cubicBezTo>
                    <a:lnTo>
                      <a:pt x="141256" y="132969"/>
                    </a:lnTo>
                    <a:cubicBezTo>
                      <a:pt x="142018" y="129159"/>
                      <a:pt x="148018" y="101060"/>
                      <a:pt x="149162" y="95441"/>
                    </a:cubicBezTo>
                    <a:lnTo>
                      <a:pt x="116776" y="95441"/>
                    </a:lnTo>
                    <a:lnTo>
                      <a:pt x="120682" y="76581"/>
                    </a:lnTo>
                    <a:cubicBezTo>
                      <a:pt x="125920" y="51911"/>
                      <a:pt x="134493" y="38672"/>
                      <a:pt x="162782" y="39910"/>
                    </a:cubicBezTo>
                    <a:cubicBezTo>
                      <a:pt x="163639" y="36004"/>
                      <a:pt x="169926" y="6191"/>
                      <a:pt x="171069" y="762"/>
                    </a:cubicBezTo>
                    <a:cubicBezTo>
                      <a:pt x="168307" y="762"/>
                      <a:pt x="150114" y="0"/>
                      <a:pt x="150114" y="0"/>
                    </a:cubicBezTo>
                    <a:cubicBezTo>
                      <a:pt x="72009" y="0"/>
                      <a:pt x="65627" y="32004"/>
                      <a:pt x="52959" y="95441"/>
                    </a:cubicBezTo>
                    <a:lnTo>
                      <a:pt x="52959" y="95441"/>
                    </a:lnTo>
                    <a:close/>
                  </a:path>
                </a:pathLst>
              </a:custGeom>
              <a:grpFill/>
              <a:ln w="9525" cap="flat">
                <a:noFill/>
                <a:prstDash val="solid"/>
                <a:miter/>
              </a:ln>
            </p:spPr>
            <p:txBody>
              <a:bodyPr rtlCol="0" anchor="ctr"/>
              <a:lstStyle/>
              <a:p>
                <a:endParaRPr lang="en-IN"/>
              </a:p>
            </p:txBody>
          </p:sp>
          <p:sp>
            <p:nvSpPr>
              <p:cNvPr id="34" name="Freeform: Shape 33">
                <a:extLst>
                  <a:ext uri="{FF2B5EF4-FFF2-40B4-BE49-F238E27FC236}">
                    <a16:creationId xmlns:a16="http://schemas.microsoft.com/office/drawing/2014/main" id="{C99E8459-8529-7DCC-6FB5-16052442D80C}"/>
                  </a:ext>
                </a:extLst>
              </p:cNvPr>
              <p:cNvSpPr/>
              <p:nvPr/>
            </p:nvSpPr>
            <p:spPr>
              <a:xfrm>
                <a:off x="13219287" y="937795"/>
                <a:ext cx="74771" cy="49339"/>
              </a:xfrm>
              <a:custGeom>
                <a:avLst/>
                <a:gdLst>
                  <a:gd name="connsiteX0" fmla="*/ 10477 w 74771"/>
                  <a:gd name="connsiteY0" fmla="*/ 0 h 49339"/>
                  <a:gd name="connsiteX1" fmla="*/ 0 w 74771"/>
                  <a:gd name="connsiteY1" fmla="*/ 49340 h 49339"/>
                  <a:gd name="connsiteX2" fmla="*/ 64294 w 74771"/>
                  <a:gd name="connsiteY2" fmla="*/ 49340 h 49339"/>
                  <a:gd name="connsiteX3" fmla="*/ 74771 w 74771"/>
                  <a:gd name="connsiteY3" fmla="*/ 0 h 49339"/>
                  <a:gd name="connsiteX4" fmla="*/ 10477 w 74771"/>
                  <a:gd name="connsiteY4" fmla="*/ 0 h 493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771" h="49339">
                    <a:moveTo>
                      <a:pt x="10477" y="0"/>
                    </a:moveTo>
                    <a:cubicBezTo>
                      <a:pt x="9715" y="3905"/>
                      <a:pt x="1238" y="43625"/>
                      <a:pt x="0" y="49340"/>
                    </a:cubicBezTo>
                    <a:lnTo>
                      <a:pt x="64294" y="49340"/>
                    </a:lnTo>
                    <a:cubicBezTo>
                      <a:pt x="65056" y="45529"/>
                      <a:pt x="73533" y="5715"/>
                      <a:pt x="74771" y="0"/>
                    </a:cubicBezTo>
                    <a:lnTo>
                      <a:pt x="10477" y="0"/>
                    </a:lnTo>
                    <a:close/>
                  </a:path>
                </a:pathLst>
              </a:custGeom>
              <a:grpFill/>
              <a:ln w="9525" cap="flat">
                <a:noFill/>
                <a:prstDash val="solid"/>
                <a:miter/>
              </a:ln>
            </p:spPr>
            <p:txBody>
              <a:bodyPr rtlCol="0" anchor="ctr"/>
              <a:lstStyle/>
              <a:p>
                <a:endParaRPr lang="en-IN"/>
              </a:p>
            </p:txBody>
          </p:sp>
          <p:sp>
            <p:nvSpPr>
              <p:cNvPr id="35" name="Freeform: Shape 34">
                <a:extLst>
                  <a:ext uri="{FF2B5EF4-FFF2-40B4-BE49-F238E27FC236}">
                    <a16:creationId xmlns:a16="http://schemas.microsoft.com/office/drawing/2014/main" id="{9B03CD6E-921D-E490-E399-936CD2935093}"/>
                  </a:ext>
                </a:extLst>
              </p:cNvPr>
              <p:cNvSpPr/>
              <p:nvPr/>
            </p:nvSpPr>
            <p:spPr>
              <a:xfrm>
                <a:off x="13163090" y="1006661"/>
                <a:ext cx="116395" cy="245363"/>
              </a:xfrm>
              <a:custGeom>
                <a:avLst/>
                <a:gdLst>
                  <a:gd name="connsiteX0" fmla="*/ 52102 w 116395"/>
                  <a:gd name="connsiteY0" fmla="*/ 0 h 245363"/>
                  <a:gd name="connsiteX1" fmla="*/ 0 w 116395"/>
                  <a:gd name="connsiteY1" fmla="*/ 245364 h 245363"/>
                  <a:gd name="connsiteX2" fmla="*/ 64198 w 116395"/>
                  <a:gd name="connsiteY2" fmla="*/ 245364 h 245363"/>
                  <a:gd name="connsiteX3" fmla="*/ 116396 w 116395"/>
                  <a:gd name="connsiteY3" fmla="*/ 0 h 245363"/>
                  <a:gd name="connsiteX4" fmla="*/ 52006 w 116395"/>
                  <a:gd name="connsiteY4" fmla="*/ 0 h 2453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95" h="245363">
                    <a:moveTo>
                      <a:pt x="52102" y="0"/>
                    </a:moveTo>
                    <a:cubicBezTo>
                      <a:pt x="51244" y="4477"/>
                      <a:pt x="1429" y="238696"/>
                      <a:pt x="0" y="245364"/>
                    </a:cubicBezTo>
                    <a:lnTo>
                      <a:pt x="64198" y="245364"/>
                    </a:lnTo>
                    <a:cubicBezTo>
                      <a:pt x="65151" y="241078"/>
                      <a:pt x="114871" y="6667"/>
                      <a:pt x="116396" y="0"/>
                    </a:cubicBezTo>
                    <a:lnTo>
                      <a:pt x="52006" y="0"/>
                    </a:lnTo>
                    <a:close/>
                  </a:path>
                </a:pathLst>
              </a:custGeom>
              <a:grpFill/>
              <a:ln w="952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D00176B4-1E02-8638-6639-3E695338B330}"/>
                  </a:ext>
                </a:extLst>
              </p:cNvPr>
              <p:cNvSpPr/>
              <p:nvPr/>
            </p:nvSpPr>
            <p:spPr>
              <a:xfrm>
                <a:off x="13443410" y="1001803"/>
                <a:ext cx="209454" cy="255174"/>
              </a:xfrm>
              <a:custGeom>
                <a:avLst/>
                <a:gdLst>
                  <a:gd name="connsiteX0" fmla="*/ 27146 w 209454"/>
                  <a:gd name="connsiteY0" fmla="*/ 68199 h 255174"/>
                  <a:gd name="connsiteX1" fmla="*/ 27146 w 209454"/>
                  <a:gd name="connsiteY1" fmla="*/ 68199 h 255174"/>
                  <a:gd name="connsiteX2" fmla="*/ 80772 w 209454"/>
                  <a:gd name="connsiteY2" fmla="*/ 139827 h 255174"/>
                  <a:gd name="connsiteX3" fmla="*/ 124682 w 209454"/>
                  <a:gd name="connsiteY3" fmla="*/ 189548 h 255174"/>
                  <a:gd name="connsiteX4" fmla="*/ 90488 w 209454"/>
                  <a:gd name="connsiteY4" fmla="*/ 217741 h 255174"/>
                  <a:gd name="connsiteX5" fmla="*/ 64960 w 209454"/>
                  <a:gd name="connsiteY5" fmla="*/ 203644 h 255174"/>
                  <a:gd name="connsiteX6" fmla="*/ 64103 w 209454"/>
                  <a:gd name="connsiteY6" fmla="*/ 195739 h 255174"/>
                  <a:gd name="connsiteX7" fmla="*/ 67151 w 209454"/>
                  <a:gd name="connsiteY7" fmla="*/ 175451 h 255174"/>
                  <a:gd name="connsiteX8" fmla="*/ 4381 w 209454"/>
                  <a:gd name="connsiteY8" fmla="*/ 175451 h 255174"/>
                  <a:gd name="connsiteX9" fmla="*/ 0 w 209454"/>
                  <a:gd name="connsiteY9" fmla="*/ 204787 h 255174"/>
                  <a:gd name="connsiteX10" fmla="*/ 8477 w 209454"/>
                  <a:gd name="connsiteY10" fmla="*/ 233744 h 255174"/>
                  <a:gd name="connsiteX11" fmla="*/ 81820 w 209454"/>
                  <a:gd name="connsiteY11" fmla="*/ 255175 h 255174"/>
                  <a:gd name="connsiteX12" fmla="*/ 189071 w 209454"/>
                  <a:gd name="connsiteY12" fmla="*/ 180975 h 255174"/>
                  <a:gd name="connsiteX13" fmla="*/ 130397 w 209454"/>
                  <a:gd name="connsiteY13" fmla="*/ 102489 h 255174"/>
                  <a:gd name="connsiteX14" fmla="*/ 91059 w 209454"/>
                  <a:gd name="connsiteY14" fmla="*/ 62675 h 255174"/>
                  <a:gd name="connsiteX15" fmla="*/ 123349 w 209454"/>
                  <a:gd name="connsiteY15" fmla="*/ 33623 h 255174"/>
                  <a:gd name="connsiteX16" fmla="*/ 142303 w 209454"/>
                  <a:gd name="connsiteY16" fmla="*/ 40100 h 255174"/>
                  <a:gd name="connsiteX17" fmla="*/ 145923 w 209454"/>
                  <a:gd name="connsiteY17" fmla="*/ 52959 h 255174"/>
                  <a:gd name="connsiteX18" fmla="*/ 143637 w 209454"/>
                  <a:gd name="connsiteY18" fmla="*/ 71342 h 255174"/>
                  <a:gd name="connsiteX19" fmla="*/ 206407 w 209454"/>
                  <a:gd name="connsiteY19" fmla="*/ 71342 h 255174"/>
                  <a:gd name="connsiteX20" fmla="*/ 209455 w 209454"/>
                  <a:gd name="connsiteY20" fmla="*/ 51244 h 255174"/>
                  <a:gd name="connsiteX21" fmla="*/ 200692 w 209454"/>
                  <a:gd name="connsiteY21" fmla="*/ 23336 h 255174"/>
                  <a:gd name="connsiteX22" fmla="*/ 138208 w 209454"/>
                  <a:gd name="connsiteY22" fmla="*/ 0 h 255174"/>
                  <a:gd name="connsiteX23" fmla="*/ 26956 w 209454"/>
                  <a:gd name="connsiteY23"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09454" h="255174">
                    <a:moveTo>
                      <a:pt x="27146" y="68199"/>
                    </a:moveTo>
                    <a:lnTo>
                      <a:pt x="27146" y="68199"/>
                    </a:lnTo>
                    <a:cubicBezTo>
                      <a:pt x="18288" y="110109"/>
                      <a:pt x="50101" y="125254"/>
                      <a:pt x="80772" y="139827"/>
                    </a:cubicBezTo>
                    <a:cubicBezTo>
                      <a:pt x="106204" y="152019"/>
                      <a:pt x="130302" y="163449"/>
                      <a:pt x="124682" y="189548"/>
                    </a:cubicBezTo>
                    <a:cubicBezTo>
                      <a:pt x="120586" y="208978"/>
                      <a:pt x="104584" y="217741"/>
                      <a:pt x="90488" y="217741"/>
                    </a:cubicBezTo>
                    <a:cubicBezTo>
                      <a:pt x="76390" y="217741"/>
                      <a:pt x="67723" y="213169"/>
                      <a:pt x="64960" y="203644"/>
                    </a:cubicBezTo>
                    <a:cubicBezTo>
                      <a:pt x="64389" y="201263"/>
                      <a:pt x="64103" y="198596"/>
                      <a:pt x="64103" y="195739"/>
                    </a:cubicBezTo>
                    <a:cubicBezTo>
                      <a:pt x="64103" y="190310"/>
                      <a:pt x="65342" y="183547"/>
                      <a:pt x="67151" y="175451"/>
                    </a:cubicBezTo>
                    <a:lnTo>
                      <a:pt x="4381" y="175451"/>
                    </a:lnTo>
                    <a:cubicBezTo>
                      <a:pt x="1619" y="186499"/>
                      <a:pt x="0" y="196310"/>
                      <a:pt x="0" y="204787"/>
                    </a:cubicBezTo>
                    <a:cubicBezTo>
                      <a:pt x="0" y="216884"/>
                      <a:pt x="2762" y="226505"/>
                      <a:pt x="8477" y="233744"/>
                    </a:cubicBezTo>
                    <a:cubicBezTo>
                      <a:pt x="19812" y="248602"/>
                      <a:pt x="42386" y="255175"/>
                      <a:pt x="81820" y="255175"/>
                    </a:cubicBezTo>
                    <a:cubicBezTo>
                      <a:pt x="136684" y="255175"/>
                      <a:pt x="179737" y="225457"/>
                      <a:pt x="189071" y="180975"/>
                    </a:cubicBezTo>
                    <a:cubicBezTo>
                      <a:pt x="198692" y="135827"/>
                      <a:pt x="162496" y="118110"/>
                      <a:pt x="130397" y="102489"/>
                    </a:cubicBezTo>
                    <a:cubicBezTo>
                      <a:pt x="107156" y="91059"/>
                      <a:pt x="87058" y="81248"/>
                      <a:pt x="91059" y="62675"/>
                    </a:cubicBezTo>
                    <a:cubicBezTo>
                      <a:pt x="94964" y="44196"/>
                      <a:pt x="106871" y="33623"/>
                      <a:pt x="123349" y="33623"/>
                    </a:cubicBezTo>
                    <a:cubicBezTo>
                      <a:pt x="130588" y="33623"/>
                      <a:pt x="137827" y="34385"/>
                      <a:pt x="142303" y="40100"/>
                    </a:cubicBezTo>
                    <a:cubicBezTo>
                      <a:pt x="144780" y="42767"/>
                      <a:pt x="145923" y="46863"/>
                      <a:pt x="145923" y="52959"/>
                    </a:cubicBezTo>
                    <a:cubicBezTo>
                      <a:pt x="145923" y="57721"/>
                      <a:pt x="144971" y="63913"/>
                      <a:pt x="143637" y="71342"/>
                    </a:cubicBezTo>
                    <a:lnTo>
                      <a:pt x="206407" y="71342"/>
                    </a:lnTo>
                    <a:cubicBezTo>
                      <a:pt x="208217" y="64198"/>
                      <a:pt x="209455" y="57531"/>
                      <a:pt x="209455" y="51244"/>
                    </a:cubicBezTo>
                    <a:cubicBezTo>
                      <a:pt x="209455" y="40386"/>
                      <a:pt x="206502" y="31052"/>
                      <a:pt x="200692" y="23336"/>
                    </a:cubicBezTo>
                    <a:cubicBezTo>
                      <a:pt x="189262" y="8192"/>
                      <a:pt x="167164" y="0"/>
                      <a:pt x="138208" y="0"/>
                    </a:cubicBezTo>
                    <a:cubicBezTo>
                      <a:pt x="115538" y="0"/>
                      <a:pt x="40576" y="4858"/>
                      <a:pt x="26956" y="68199"/>
                    </a:cubicBezTo>
                    <a:close/>
                  </a:path>
                </a:pathLst>
              </a:custGeom>
              <a:grp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3679C173-D51E-A434-BB18-8C0E022A254A}"/>
                  </a:ext>
                </a:extLst>
              </p:cNvPr>
              <p:cNvSpPr/>
              <p:nvPr/>
            </p:nvSpPr>
            <p:spPr>
              <a:xfrm>
                <a:off x="13668619" y="940081"/>
                <a:ext cx="143598" cy="316991"/>
              </a:xfrm>
              <a:custGeom>
                <a:avLst/>
                <a:gdLst>
                  <a:gd name="connsiteX0" fmla="*/ 51302 w 143598"/>
                  <a:gd name="connsiteY0" fmla="*/ 28670 h 316991"/>
                  <a:gd name="connsiteX1" fmla="*/ 43301 w 143598"/>
                  <a:gd name="connsiteY1" fmla="*/ 66485 h 316991"/>
                  <a:gd name="connsiteX2" fmla="*/ 14916 w 143598"/>
                  <a:gd name="connsiteY2" fmla="*/ 66485 h 316991"/>
                  <a:gd name="connsiteX3" fmla="*/ 7106 w 143598"/>
                  <a:gd name="connsiteY3" fmla="*/ 104013 h 316991"/>
                  <a:gd name="connsiteX4" fmla="*/ 35395 w 143598"/>
                  <a:gd name="connsiteY4" fmla="*/ 104013 h 316991"/>
                  <a:gd name="connsiteX5" fmla="*/ 1105 w 143598"/>
                  <a:gd name="connsiteY5" fmla="*/ 264700 h 316991"/>
                  <a:gd name="connsiteX6" fmla="*/ 8058 w 143598"/>
                  <a:gd name="connsiteY6" fmla="*/ 300514 h 316991"/>
                  <a:gd name="connsiteX7" fmla="*/ 55016 w 143598"/>
                  <a:gd name="connsiteY7" fmla="*/ 316992 h 316991"/>
                  <a:gd name="connsiteX8" fmla="*/ 86735 w 143598"/>
                  <a:gd name="connsiteY8" fmla="*/ 315087 h 316991"/>
                  <a:gd name="connsiteX9" fmla="*/ 89402 w 143598"/>
                  <a:gd name="connsiteY9" fmla="*/ 314801 h 316991"/>
                  <a:gd name="connsiteX10" fmla="*/ 97498 w 143598"/>
                  <a:gd name="connsiteY10" fmla="*/ 277273 h 316991"/>
                  <a:gd name="connsiteX11" fmla="*/ 88354 w 143598"/>
                  <a:gd name="connsiteY11" fmla="*/ 278035 h 316991"/>
                  <a:gd name="connsiteX12" fmla="*/ 70066 w 143598"/>
                  <a:gd name="connsiteY12" fmla="*/ 271939 h 316991"/>
                  <a:gd name="connsiteX13" fmla="*/ 66923 w 143598"/>
                  <a:gd name="connsiteY13" fmla="*/ 261747 h 316991"/>
                  <a:gd name="connsiteX14" fmla="*/ 69494 w 143598"/>
                  <a:gd name="connsiteY14" fmla="*/ 244316 h 316991"/>
                  <a:gd name="connsiteX15" fmla="*/ 99403 w 143598"/>
                  <a:gd name="connsiteY15" fmla="*/ 104013 h 316991"/>
                  <a:gd name="connsiteX16" fmla="*/ 135693 w 143598"/>
                  <a:gd name="connsiteY16" fmla="*/ 104013 h 316991"/>
                  <a:gd name="connsiteX17" fmla="*/ 143599 w 143598"/>
                  <a:gd name="connsiteY17" fmla="*/ 66485 h 316991"/>
                  <a:gd name="connsiteX18" fmla="*/ 107309 w 143598"/>
                  <a:gd name="connsiteY18" fmla="*/ 66485 h 316991"/>
                  <a:gd name="connsiteX19" fmla="*/ 121501 w 143598"/>
                  <a:gd name="connsiteY19" fmla="*/ 0 h 316991"/>
                  <a:gd name="connsiteX20" fmla="*/ 51111 w 143598"/>
                  <a:gd name="connsiteY20" fmla="*/ 28670 h 316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3598" h="316991">
                    <a:moveTo>
                      <a:pt x="51302" y="28670"/>
                    </a:moveTo>
                    <a:cubicBezTo>
                      <a:pt x="50730" y="31433"/>
                      <a:pt x="43301" y="66485"/>
                      <a:pt x="43301" y="66485"/>
                    </a:cubicBezTo>
                    <a:lnTo>
                      <a:pt x="14916" y="66485"/>
                    </a:lnTo>
                    <a:cubicBezTo>
                      <a:pt x="14249" y="70295"/>
                      <a:pt x="8153" y="98584"/>
                      <a:pt x="7106" y="104013"/>
                    </a:cubicBezTo>
                    <a:lnTo>
                      <a:pt x="35395" y="104013"/>
                    </a:lnTo>
                    <a:lnTo>
                      <a:pt x="1105" y="264700"/>
                    </a:lnTo>
                    <a:cubicBezTo>
                      <a:pt x="57" y="269843"/>
                      <a:pt x="-2705" y="287179"/>
                      <a:pt x="8058" y="300514"/>
                    </a:cubicBezTo>
                    <a:cubicBezTo>
                      <a:pt x="16916" y="311372"/>
                      <a:pt x="32823" y="316992"/>
                      <a:pt x="55016" y="316992"/>
                    </a:cubicBezTo>
                    <a:lnTo>
                      <a:pt x="86735" y="315087"/>
                    </a:lnTo>
                    <a:cubicBezTo>
                      <a:pt x="86735" y="315087"/>
                      <a:pt x="88068" y="314992"/>
                      <a:pt x="89402" y="314801"/>
                    </a:cubicBezTo>
                    <a:cubicBezTo>
                      <a:pt x="90164" y="311372"/>
                      <a:pt x="96260" y="283274"/>
                      <a:pt x="97498" y="277273"/>
                    </a:cubicBezTo>
                    <a:cubicBezTo>
                      <a:pt x="93497" y="277559"/>
                      <a:pt x="88354" y="278035"/>
                      <a:pt x="88354" y="278035"/>
                    </a:cubicBezTo>
                    <a:cubicBezTo>
                      <a:pt x="79210" y="278035"/>
                      <a:pt x="73400" y="276130"/>
                      <a:pt x="70066" y="271939"/>
                    </a:cubicBezTo>
                    <a:cubicBezTo>
                      <a:pt x="67780" y="269081"/>
                      <a:pt x="66923" y="265843"/>
                      <a:pt x="66923" y="261747"/>
                    </a:cubicBezTo>
                    <a:cubicBezTo>
                      <a:pt x="66923" y="256699"/>
                      <a:pt x="68161" y="250984"/>
                      <a:pt x="69494" y="244316"/>
                    </a:cubicBezTo>
                    <a:lnTo>
                      <a:pt x="99403" y="104013"/>
                    </a:lnTo>
                    <a:lnTo>
                      <a:pt x="135693" y="104013"/>
                    </a:lnTo>
                    <a:cubicBezTo>
                      <a:pt x="136455" y="100298"/>
                      <a:pt x="142456" y="71914"/>
                      <a:pt x="143599" y="66485"/>
                    </a:cubicBezTo>
                    <a:lnTo>
                      <a:pt x="107309" y="66485"/>
                    </a:lnTo>
                    <a:cubicBezTo>
                      <a:pt x="107309" y="66485"/>
                      <a:pt x="119501" y="8954"/>
                      <a:pt x="121501" y="0"/>
                    </a:cubicBezTo>
                    <a:cubicBezTo>
                      <a:pt x="112928" y="3429"/>
                      <a:pt x="53588" y="27527"/>
                      <a:pt x="51111" y="28670"/>
                    </a:cubicBezTo>
                    <a:close/>
                  </a:path>
                </a:pathLst>
              </a:custGeom>
              <a:grpFill/>
              <a:ln w="9525" cap="flat">
                <a:noFill/>
                <a:prstDash val="solid"/>
                <a:miter/>
              </a:ln>
            </p:spPr>
            <p:txBody>
              <a:bodyPr rtlCol="0" anchor="ctr"/>
              <a:lstStyle/>
              <a:p>
                <a:endParaRPr lang="en-IN"/>
              </a:p>
            </p:txBody>
          </p:sp>
          <p:sp>
            <p:nvSpPr>
              <p:cNvPr id="38" name="Freeform: Shape 37">
                <a:extLst>
                  <a:ext uri="{FF2B5EF4-FFF2-40B4-BE49-F238E27FC236}">
                    <a16:creationId xmlns:a16="http://schemas.microsoft.com/office/drawing/2014/main" id="{B11148C8-B8F5-A9A0-51EF-867540D913BE}"/>
                  </a:ext>
                </a:extLst>
              </p:cNvPr>
              <p:cNvSpPr/>
              <p:nvPr/>
            </p:nvSpPr>
            <p:spPr>
              <a:xfrm>
                <a:off x="13807360" y="1001708"/>
                <a:ext cx="209645" cy="255174"/>
              </a:xfrm>
              <a:custGeom>
                <a:avLst/>
                <a:gdLst>
                  <a:gd name="connsiteX0" fmla="*/ 27242 w 209645"/>
                  <a:gd name="connsiteY0" fmla="*/ 68294 h 255174"/>
                  <a:gd name="connsiteX1" fmla="*/ 25718 w 209645"/>
                  <a:gd name="connsiteY1" fmla="*/ 81915 h 255174"/>
                  <a:gd name="connsiteX2" fmla="*/ 80772 w 209645"/>
                  <a:gd name="connsiteY2" fmla="*/ 139922 h 255174"/>
                  <a:gd name="connsiteX3" fmla="*/ 125540 w 209645"/>
                  <a:gd name="connsiteY3" fmla="*/ 182309 h 255174"/>
                  <a:gd name="connsiteX4" fmla="*/ 124587 w 209645"/>
                  <a:gd name="connsiteY4" fmla="*/ 189548 h 255174"/>
                  <a:gd name="connsiteX5" fmla="*/ 90583 w 209645"/>
                  <a:gd name="connsiteY5" fmla="*/ 217742 h 255174"/>
                  <a:gd name="connsiteX6" fmla="*/ 64961 w 209645"/>
                  <a:gd name="connsiteY6" fmla="*/ 203645 h 255174"/>
                  <a:gd name="connsiteX7" fmla="*/ 64199 w 209645"/>
                  <a:gd name="connsiteY7" fmla="*/ 195834 h 255174"/>
                  <a:gd name="connsiteX8" fmla="*/ 67151 w 209645"/>
                  <a:gd name="connsiteY8" fmla="*/ 175450 h 255174"/>
                  <a:gd name="connsiteX9" fmla="*/ 4382 w 209645"/>
                  <a:gd name="connsiteY9" fmla="*/ 175450 h 255174"/>
                  <a:gd name="connsiteX10" fmla="*/ 0 w 209645"/>
                  <a:gd name="connsiteY10" fmla="*/ 204788 h 255174"/>
                  <a:gd name="connsiteX11" fmla="*/ 8477 w 209645"/>
                  <a:gd name="connsiteY11" fmla="*/ 233744 h 255174"/>
                  <a:gd name="connsiteX12" fmla="*/ 81915 w 209645"/>
                  <a:gd name="connsiteY12" fmla="*/ 255175 h 255174"/>
                  <a:gd name="connsiteX13" fmla="*/ 189357 w 209645"/>
                  <a:gd name="connsiteY13" fmla="*/ 180975 h 255174"/>
                  <a:gd name="connsiteX14" fmla="*/ 130588 w 209645"/>
                  <a:gd name="connsiteY14" fmla="*/ 102489 h 255174"/>
                  <a:gd name="connsiteX15" fmla="*/ 91154 w 209645"/>
                  <a:gd name="connsiteY15" fmla="*/ 62675 h 255174"/>
                  <a:gd name="connsiteX16" fmla="*/ 123539 w 209645"/>
                  <a:gd name="connsiteY16" fmla="*/ 33623 h 255174"/>
                  <a:gd name="connsiteX17" fmla="*/ 142589 w 209645"/>
                  <a:gd name="connsiteY17" fmla="*/ 40100 h 255174"/>
                  <a:gd name="connsiteX18" fmla="*/ 146114 w 209645"/>
                  <a:gd name="connsiteY18" fmla="*/ 52959 h 255174"/>
                  <a:gd name="connsiteX19" fmla="*/ 143828 w 209645"/>
                  <a:gd name="connsiteY19" fmla="*/ 71342 h 255174"/>
                  <a:gd name="connsiteX20" fmla="*/ 206597 w 209645"/>
                  <a:gd name="connsiteY20" fmla="*/ 71342 h 255174"/>
                  <a:gd name="connsiteX21" fmla="*/ 209645 w 209645"/>
                  <a:gd name="connsiteY21" fmla="*/ 51245 h 255174"/>
                  <a:gd name="connsiteX22" fmla="*/ 200882 w 209645"/>
                  <a:gd name="connsiteY22" fmla="*/ 23336 h 255174"/>
                  <a:gd name="connsiteX23" fmla="*/ 138303 w 209645"/>
                  <a:gd name="connsiteY23" fmla="*/ 0 h 255174"/>
                  <a:gd name="connsiteX24" fmla="*/ 27242 w 209645"/>
                  <a:gd name="connsiteY24" fmla="*/ 68199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9645" h="255174">
                    <a:moveTo>
                      <a:pt x="27242" y="68294"/>
                    </a:moveTo>
                    <a:cubicBezTo>
                      <a:pt x="26194" y="73247"/>
                      <a:pt x="25718" y="77724"/>
                      <a:pt x="25718" y="81915"/>
                    </a:cubicBezTo>
                    <a:cubicBezTo>
                      <a:pt x="25718" y="113633"/>
                      <a:pt x="53626" y="127063"/>
                      <a:pt x="80772" y="139922"/>
                    </a:cubicBezTo>
                    <a:cubicBezTo>
                      <a:pt x="103727" y="150971"/>
                      <a:pt x="125540" y="161258"/>
                      <a:pt x="125540" y="182309"/>
                    </a:cubicBezTo>
                    <a:cubicBezTo>
                      <a:pt x="125540" y="184595"/>
                      <a:pt x="125254" y="187071"/>
                      <a:pt x="124587" y="189548"/>
                    </a:cubicBezTo>
                    <a:cubicBezTo>
                      <a:pt x="120587" y="208979"/>
                      <a:pt x="104585" y="217742"/>
                      <a:pt x="90583" y="217742"/>
                    </a:cubicBezTo>
                    <a:cubicBezTo>
                      <a:pt x="75819" y="217742"/>
                      <a:pt x="67723" y="213170"/>
                      <a:pt x="64961" y="203645"/>
                    </a:cubicBezTo>
                    <a:cubicBezTo>
                      <a:pt x="64389" y="201359"/>
                      <a:pt x="64199" y="198787"/>
                      <a:pt x="64199" y="195834"/>
                    </a:cubicBezTo>
                    <a:cubicBezTo>
                      <a:pt x="64199" y="190309"/>
                      <a:pt x="65151" y="183547"/>
                      <a:pt x="67151" y="175450"/>
                    </a:cubicBezTo>
                    <a:lnTo>
                      <a:pt x="4382" y="175450"/>
                    </a:lnTo>
                    <a:cubicBezTo>
                      <a:pt x="1524" y="186500"/>
                      <a:pt x="0" y="196310"/>
                      <a:pt x="0" y="204788"/>
                    </a:cubicBezTo>
                    <a:cubicBezTo>
                      <a:pt x="0" y="216884"/>
                      <a:pt x="2762" y="226504"/>
                      <a:pt x="8477" y="233744"/>
                    </a:cubicBezTo>
                    <a:cubicBezTo>
                      <a:pt x="19907" y="248603"/>
                      <a:pt x="42386" y="255175"/>
                      <a:pt x="81915" y="255175"/>
                    </a:cubicBezTo>
                    <a:cubicBezTo>
                      <a:pt x="136779" y="255175"/>
                      <a:pt x="179927" y="225457"/>
                      <a:pt x="189357" y="180975"/>
                    </a:cubicBezTo>
                    <a:cubicBezTo>
                      <a:pt x="198977" y="135826"/>
                      <a:pt x="162592" y="118110"/>
                      <a:pt x="130588" y="102489"/>
                    </a:cubicBezTo>
                    <a:cubicBezTo>
                      <a:pt x="107252" y="91059"/>
                      <a:pt x="87249" y="81248"/>
                      <a:pt x="91154" y="62675"/>
                    </a:cubicBezTo>
                    <a:cubicBezTo>
                      <a:pt x="94964" y="44196"/>
                      <a:pt x="106871" y="33623"/>
                      <a:pt x="123539" y="33623"/>
                    </a:cubicBezTo>
                    <a:cubicBezTo>
                      <a:pt x="130683" y="33623"/>
                      <a:pt x="137922" y="34385"/>
                      <a:pt x="142589" y="40100"/>
                    </a:cubicBezTo>
                    <a:cubicBezTo>
                      <a:pt x="144875" y="42767"/>
                      <a:pt x="146114" y="46863"/>
                      <a:pt x="146114" y="52959"/>
                    </a:cubicBezTo>
                    <a:cubicBezTo>
                      <a:pt x="146114" y="57722"/>
                      <a:pt x="145352" y="63913"/>
                      <a:pt x="143828" y="71342"/>
                    </a:cubicBezTo>
                    <a:lnTo>
                      <a:pt x="206597" y="71342"/>
                    </a:lnTo>
                    <a:cubicBezTo>
                      <a:pt x="208502" y="64199"/>
                      <a:pt x="209645" y="57531"/>
                      <a:pt x="209645" y="51245"/>
                    </a:cubicBezTo>
                    <a:cubicBezTo>
                      <a:pt x="209645" y="40386"/>
                      <a:pt x="206693" y="31052"/>
                      <a:pt x="200882" y="23336"/>
                    </a:cubicBezTo>
                    <a:cubicBezTo>
                      <a:pt x="189452" y="8192"/>
                      <a:pt x="167259" y="0"/>
                      <a:pt x="138303" y="0"/>
                    </a:cubicBezTo>
                    <a:cubicBezTo>
                      <a:pt x="115729" y="0"/>
                      <a:pt x="40767" y="4858"/>
                      <a:pt x="27242" y="68199"/>
                    </a:cubicBezTo>
                    <a:close/>
                  </a:path>
                </a:pathLst>
              </a:custGeom>
              <a:grpFill/>
              <a:ln w="9525"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DCB4B01B-CF4C-37C1-15EA-0B8FED8C431A}"/>
                  </a:ext>
                </a:extLst>
              </p:cNvPr>
              <p:cNvSpPr/>
              <p:nvPr/>
            </p:nvSpPr>
            <p:spPr>
              <a:xfrm>
                <a:off x="14025383" y="1001803"/>
                <a:ext cx="215198" cy="255079"/>
              </a:xfrm>
              <a:custGeom>
                <a:avLst/>
                <a:gdLst>
                  <a:gd name="connsiteX0" fmla="*/ 135069 w 215198"/>
                  <a:gd name="connsiteY0" fmla="*/ 0 h 255079"/>
                  <a:gd name="connsiteX1" fmla="*/ 8386 w 215198"/>
                  <a:gd name="connsiteY1" fmla="*/ 124873 h 255079"/>
                  <a:gd name="connsiteX2" fmla="*/ 8386 w 215198"/>
                  <a:gd name="connsiteY2" fmla="*/ 124873 h 255079"/>
                  <a:gd name="connsiteX3" fmla="*/ 12768 w 215198"/>
                  <a:gd name="connsiteY3" fmla="*/ 232696 h 255079"/>
                  <a:gd name="connsiteX4" fmla="*/ 79633 w 215198"/>
                  <a:gd name="connsiteY4" fmla="*/ 255080 h 255079"/>
                  <a:gd name="connsiteX5" fmla="*/ 207649 w 215198"/>
                  <a:gd name="connsiteY5" fmla="*/ 123730 h 255079"/>
                  <a:gd name="connsiteX6" fmla="*/ 202601 w 215198"/>
                  <a:gd name="connsiteY6" fmla="*/ 22765 h 255079"/>
                  <a:gd name="connsiteX7" fmla="*/ 135069 w 215198"/>
                  <a:gd name="connsiteY7" fmla="*/ 0 h 255079"/>
                  <a:gd name="connsiteX8" fmla="*/ 69251 w 215198"/>
                  <a:gd name="connsiteY8" fmla="*/ 208883 h 255079"/>
                  <a:gd name="connsiteX9" fmla="*/ 73823 w 215198"/>
                  <a:gd name="connsiteY9" fmla="*/ 119729 h 255079"/>
                  <a:gd name="connsiteX10" fmla="*/ 73823 w 215198"/>
                  <a:gd name="connsiteY10" fmla="*/ 119729 h 255079"/>
                  <a:gd name="connsiteX11" fmla="*/ 125544 w 215198"/>
                  <a:gd name="connsiteY11" fmla="*/ 38862 h 255079"/>
                  <a:gd name="connsiteX12" fmla="*/ 146213 w 215198"/>
                  <a:gd name="connsiteY12" fmla="*/ 46768 h 255079"/>
                  <a:gd name="connsiteX13" fmla="*/ 143927 w 215198"/>
                  <a:gd name="connsiteY13" fmla="*/ 120968 h 255079"/>
                  <a:gd name="connsiteX14" fmla="*/ 89063 w 215198"/>
                  <a:gd name="connsiteY14" fmla="*/ 216122 h 255079"/>
                  <a:gd name="connsiteX15" fmla="*/ 69156 w 215198"/>
                  <a:gd name="connsiteY15" fmla="*/ 208883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5198" h="255079">
                    <a:moveTo>
                      <a:pt x="135069" y="0"/>
                    </a:moveTo>
                    <a:cubicBezTo>
                      <a:pt x="42581" y="0"/>
                      <a:pt x="22388" y="59055"/>
                      <a:pt x="8386" y="124873"/>
                    </a:cubicBezTo>
                    <a:lnTo>
                      <a:pt x="8386" y="124873"/>
                    </a:lnTo>
                    <a:cubicBezTo>
                      <a:pt x="-1901" y="173641"/>
                      <a:pt x="-5139" y="210693"/>
                      <a:pt x="12768" y="232696"/>
                    </a:cubicBezTo>
                    <a:cubicBezTo>
                      <a:pt x="24865" y="247840"/>
                      <a:pt x="46772" y="255080"/>
                      <a:pt x="79633" y="255080"/>
                    </a:cubicBezTo>
                    <a:cubicBezTo>
                      <a:pt x="163739" y="255080"/>
                      <a:pt x="189552" y="208978"/>
                      <a:pt x="207649" y="123730"/>
                    </a:cubicBezTo>
                    <a:cubicBezTo>
                      <a:pt x="215936" y="84773"/>
                      <a:pt x="221175" y="45529"/>
                      <a:pt x="202601" y="22765"/>
                    </a:cubicBezTo>
                    <a:cubicBezTo>
                      <a:pt x="190314" y="7334"/>
                      <a:pt x="168121" y="0"/>
                      <a:pt x="135069" y="0"/>
                    </a:cubicBezTo>
                    <a:close/>
                    <a:moveTo>
                      <a:pt x="69251" y="208883"/>
                    </a:moveTo>
                    <a:cubicBezTo>
                      <a:pt x="60774" y="198311"/>
                      <a:pt x="61822" y="175927"/>
                      <a:pt x="73823" y="119729"/>
                    </a:cubicBezTo>
                    <a:lnTo>
                      <a:pt x="73823" y="119729"/>
                    </a:lnTo>
                    <a:cubicBezTo>
                      <a:pt x="84491" y="69628"/>
                      <a:pt x="92587" y="38862"/>
                      <a:pt x="125544" y="38862"/>
                    </a:cubicBezTo>
                    <a:cubicBezTo>
                      <a:pt x="135164" y="38862"/>
                      <a:pt x="142022" y="41529"/>
                      <a:pt x="146213" y="46768"/>
                    </a:cubicBezTo>
                    <a:cubicBezTo>
                      <a:pt x="156119" y="58960"/>
                      <a:pt x="151547" y="85154"/>
                      <a:pt x="143927" y="120968"/>
                    </a:cubicBezTo>
                    <a:cubicBezTo>
                      <a:pt x="127449" y="198311"/>
                      <a:pt x="117257" y="216122"/>
                      <a:pt x="89063" y="216122"/>
                    </a:cubicBezTo>
                    <a:cubicBezTo>
                      <a:pt x="79348" y="216122"/>
                      <a:pt x="73156" y="213931"/>
                      <a:pt x="69156" y="208883"/>
                    </a:cubicBezTo>
                    <a:close/>
                  </a:path>
                </a:pathLst>
              </a:custGeom>
              <a:grpFill/>
              <a:ln w="9525" cap="flat">
                <a:noFill/>
                <a:prstDash val="solid"/>
                <a:miter/>
              </a:ln>
            </p:spPr>
            <p:txBody>
              <a:bodyPr rtlCol="0" anchor="ctr"/>
              <a:lstStyle/>
              <a:p>
                <a:endParaRPr lang="en-IN"/>
              </a:p>
            </p:txBody>
          </p:sp>
          <p:sp>
            <p:nvSpPr>
              <p:cNvPr id="40" name="Freeform: Shape 39">
                <a:extLst>
                  <a:ext uri="{FF2B5EF4-FFF2-40B4-BE49-F238E27FC236}">
                    <a16:creationId xmlns:a16="http://schemas.microsoft.com/office/drawing/2014/main" id="{12C55DAC-649D-BD93-22DA-C9AB007472AA}"/>
                  </a:ext>
                </a:extLst>
              </p:cNvPr>
              <p:cNvSpPr/>
              <p:nvPr/>
            </p:nvSpPr>
            <p:spPr>
              <a:xfrm>
                <a:off x="14252845" y="1006661"/>
                <a:ext cx="230600" cy="250413"/>
              </a:xfrm>
              <a:custGeom>
                <a:avLst/>
                <a:gdLst>
                  <a:gd name="connsiteX0" fmla="*/ 166307 w 230600"/>
                  <a:gd name="connsiteY0" fmla="*/ 0 h 250413"/>
                  <a:gd name="connsiteX1" fmla="*/ 129826 w 230600"/>
                  <a:gd name="connsiteY1" fmla="*/ 171831 h 250413"/>
                  <a:gd name="connsiteX2" fmla="*/ 92392 w 230600"/>
                  <a:gd name="connsiteY2" fmla="*/ 212884 h 250413"/>
                  <a:gd name="connsiteX3" fmla="*/ 73628 w 230600"/>
                  <a:gd name="connsiteY3" fmla="*/ 205645 h 250413"/>
                  <a:gd name="connsiteX4" fmla="*/ 69056 w 230600"/>
                  <a:gd name="connsiteY4" fmla="*/ 189738 h 250413"/>
                  <a:gd name="connsiteX5" fmla="*/ 71438 w 230600"/>
                  <a:gd name="connsiteY5" fmla="*/ 170593 h 250413"/>
                  <a:gd name="connsiteX6" fmla="*/ 107728 w 230600"/>
                  <a:gd name="connsiteY6" fmla="*/ 95 h 250413"/>
                  <a:gd name="connsiteX7" fmla="*/ 43529 w 230600"/>
                  <a:gd name="connsiteY7" fmla="*/ 95 h 250413"/>
                  <a:gd name="connsiteX8" fmla="*/ 1238 w 230600"/>
                  <a:gd name="connsiteY8" fmla="*/ 199263 h 250413"/>
                  <a:gd name="connsiteX9" fmla="*/ 0 w 230600"/>
                  <a:gd name="connsiteY9" fmla="*/ 210502 h 250413"/>
                  <a:gd name="connsiteX10" fmla="*/ 7906 w 230600"/>
                  <a:gd name="connsiteY10" fmla="*/ 233839 h 250413"/>
                  <a:gd name="connsiteX11" fmla="*/ 49435 w 230600"/>
                  <a:gd name="connsiteY11" fmla="*/ 250412 h 250413"/>
                  <a:gd name="connsiteX12" fmla="*/ 118777 w 230600"/>
                  <a:gd name="connsiteY12" fmla="*/ 226028 h 250413"/>
                  <a:gd name="connsiteX13" fmla="*/ 114109 w 230600"/>
                  <a:gd name="connsiteY13" fmla="*/ 245459 h 250413"/>
                  <a:gd name="connsiteX14" fmla="*/ 180784 w 230600"/>
                  <a:gd name="connsiteY14" fmla="*/ 245459 h 250413"/>
                  <a:gd name="connsiteX15" fmla="*/ 188500 w 230600"/>
                  <a:gd name="connsiteY15" fmla="*/ 198025 h 250413"/>
                  <a:gd name="connsiteX16" fmla="*/ 230600 w 230600"/>
                  <a:gd name="connsiteY16" fmla="*/ 95 h 250413"/>
                  <a:gd name="connsiteX17" fmla="*/ 166307 w 230600"/>
                  <a:gd name="connsiteY17" fmla="*/ 95 h 250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600" h="250413">
                    <a:moveTo>
                      <a:pt x="166307" y="0"/>
                    </a:moveTo>
                    <a:cubicBezTo>
                      <a:pt x="165449" y="4477"/>
                      <a:pt x="129826" y="171831"/>
                      <a:pt x="129826" y="171831"/>
                    </a:cubicBezTo>
                    <a:cubicBezTo>
                      <a:pt x="125254" y="193072"/>
                      <a:pt x="117729" y="212884"/>
                      <a:pt x="92392" y="212884"/>
                    </a:cubicBezTo>
                    <a:cubicBezTo>
                      <a:pt x="83629" y="212884"/>
                      <a:pt x="77533" y="210502"/>
                      <a:pt x="73628" y="205645"/>
                    </a:cubicBezTo>
                    <a:cubicBezTo>
                      <a:pt x="70199" y="201549"/>
                      <a:pt x="69056" y="195929"/>
                      <a:pt x="69056" y="189738"/>
                    </a:cubicBezTo>
                    <a:cubicBezTo>
                      <a:pt x="69056" y="183547"/>
                      <a:pt x="70104" y="176784"/>
                      <a:pt x="71438" y="170593"/>
                    </a:cubicBezTo>
                    <a:cubicBezTo>
                      <a:pt x="71438" y="170593"/>
                      <a:pt x="106299" y="6667"/>
                      <a:pt x="107728" y="95"/>
                    </a:cubicBezTo>
                    <a:lnTo>
                      <a:pt x="43529" y="95"/>
                    </a:lnTo>
                    <a:cubicBezTo>
                      <a:pt x="42577" y="4667"/>
                      <a:pt x="1238" y="199263"/>
                      <a:pt x="1238" y="199263"/>
                    </a:cubicBezTo>
                    <a:cubicBezTo>
                      <a:pt x="476" y="203073"/>
                      <a:pt x="0" y="206883"/>
                      <a:pt x="0" y="210502"/>
                    </a:cubicBezTo>
                    <a:cubicBezTo>
                      <a:pt x="0" y="219551"/>
                      <a:pt x="2762" y="227457"/>
                      <a:pt x="7906" y="233839"/>
                    </a:cubicBezTo>
                    <a:cubicBezTo>
                      <a:pt x="16383" y="244412"/>
                      <a:pt x="31528" y="250412"/>
                      <a:pt x="49435" y="250412"/>
                    </a:cubicBezTo>
                    <a:cubicBezTo>
                      <a:pt x="95631" y="250603"/>
                      <a:pt x="118777" y="226028"/>
                      <a:pt x="118777" y="226028"/>
                    </a:cubicBezTo>
                    <a:cubicBezTo>
                      <a:pt x="118777" y="226028"/>
                      <a:pt x="115253" y="240316"/>
                      <a:pt x="114109" y="245459"/>
                    </a:cubicBezTo>
                    <a:lnTo>
                      <a:pt x="180784" y="245459"/>
                    </a:lnTo>
                    <a:cubicBezTo>
                      <a:pt x="182975" y="227933"/>
                      <a:pt x="185452" y="212408"/>
                      <a:pt x="188500" y="198025"/>
                    </a:cubicBezTo>
                    <a:cubicBezTo>
                      <a:pt x="188500" y="198025"/>
                      <a:pt x="229076" y="6763"/>
                      <a:pt x="230600" y="95"/>
                    </a:cubicBezTo>
                    <a:lnTo>
                      <a:pt x="166307" y="95"/>
                    </a:lnTo>
                    <a:close/>
                  </a:path>
                </a:pathLst>
              </a:custGeom>
              <a:grpFill/>
              <a:ln w="9525" cap="flat">
                <a:noFill/>
                <a:prstDash val="solid"/>
                <a:miter/>
              </a:ln>
            </p:spPr>
            <p:txBody>
              <a:bodyPr rtlCol="0" anchor="ctr"/>
              <a:lstStyle/>
              <a:p>
                <a:endParaRPr lang="en-IN"/>
              </a:p>
            </p:txBody>
          </p:sp>
          <p:sp>
            <p:nvSpPr>
              <p:cNvPr id="41" name="Freeform: Shape 40">
                <a:extLst>
                  <a:ext uri="{FF2B5EF4-FFF2-40B4-BE49-F238E27FC236}">
                    <a16:creationId xmlns:a16="http://schemas.microsoft.com/office/drawing/2014/main" id="{CBB415DE-67DA-7B30-8F6C-B9C0EFAC19F6}"/>
                  </a:ext>
                </a:extLst>
              </p:cNvPr>
              <p:cNvSpPr/>
              <p:nvPr/>
            </p:nvSpPr>
            <p:spPr>
              <a:xfrm>
                <a:off x="14485255" y="1001966"/>
                <a:ext cx="179927" cy="250058"/>
              </a:xfrm>
              <a:custGeom>
                <a:avLst/>
                <a:gdLst>
                  <a:gd name="connsiteX0" fmla="*/ 106870 w 179927"/>
                  <a:gd name="connsiteY0" fmla="*/ 33651 h 250058"/>
                  <a:gd name="connsiteX1" fmla="*/ 113062 w 179927"/>
                  <a:gd name="connsiteY1" fmla="*/ 4695 h 250058"/>
                  <a:gd name="connsiteX2" fmla="*/ 52197 w 179927"/>
                  <a:gd name="connsiteY2" fmla="*/ 4695 h 250058"/>
                  <a:gd name="connsiteX3" fmla="*/ 0 w 179927"/>
                  <a:gd name="connsiteY3" fmla="*/ 250059 h 250058"/>
                  <a:gd name="connsiteX4" fmla="*/ 64294 w 179927"/>
                  <a:gd name="connsiteY4" fmla="*/ 250059 h 250058"/>
                  <a:gd name="connsiteX5" fmla="*/ 92869 w 179927"/>
                  <a:gd name="connsiteY5" fmla="*/ 115661 h 250058"/>
                  <a:gd name="connsiteX6" fmla="*/ 168021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0" y="33651"/>
                    </a:moveTo>
                    <a:cubicBezTo>
                      <a:pt x="106870" y="33651"/>
                      <a:pt x="111919" y="10315"/>
                      <a:pt x="113062" y="4695"/>
                    </a:cubicBezTo>
                    <a:lnTo>
                      <a:pt x="52197" y="4695"/>
                    </a:lnTo>
                    <a:cubicBezTo>
                      <a:pt x="51244" y="9172"/>
                      <a:pt x="1429" y="243391"/>
                      <a:pt x="0" y="250059"/>
                    </a:cubicBezTo>
                    <a:lnTo>
                      <a:pt x="64294" y="250059"/>
                    </a:lnTo>
                    <a:cubicBezTo>
                      <a:pt x="65151" y="245773"/>
                      <a:pt x="92869" y="115661"/>
                      <a:pt x="92869" y="115661"/>
                    </a:cubicBezTo>
                    <a:cubicBezTo>
                      <a:pt x="97726" y="92230"/>
                      <a:pt x="106013" y="53653"/>
                      <a:pt x="168021" y="56606"/>
                    </a:cubicBezTo>
                    <a:cubicBezTo>
                      <a:pt x="168878" y="52510"/>
                      <a:pt x="178689" y="6600"/>
                      <a:pt x="179927" y="28"/>
                    </a:cubicBezTo>
                    <a:cubicBezTo>
                      <a:pt x="139922" y="-1115"/>
                      <a:pt x="106680" y="33651"/>
                      <a:pt x="106680" y="33651"/>
                    </a:cubicBezTo>
                    <a:close/>
                  </a:path>
                </a:pathLst>
              </a:custGeom>
              <a:grpFill/>
              <a:ln w="9525" cap="flat">
                <a:noFill/>
                <a:prstDash val="solid"/>
                <a:miter/>
              </a:ln>
            </p:spPr>
            <p:txBody>
              <a:bodyPr rtlCol="0" anchor="ctr"/>
              <a:lstStyle/>
              <a:p>
                <a:endParaRPr lang="en-IN"/>
              </a:p>
            </p:txBody>
          </p:sp>
          <p:sp>
            <p:nvSpPr>
              <p:cNvPr id="42" name="Freeform: Shape 41">
                <a:extLst>
                  <a:ext uri="{FF2B5EF4-FFF2-40B4-BE49-F238E27FC236}">
                    <a16:creationId xmlns:a16="http://schemas.microsoft.com/office/drawing/2014/main" id="{3084A5F0-671C-F7F1-CCB0-3A0F3ECEB6A1}"/>
                  </a:ext>
                </a:extLst>
              </p:cNvPr>
              <p:cNvSpPr/>
              <p:nvPr/>
            </p:nvSpPr>
            <p:spPr>
              <a:xfrm>
                <a:off x="13277771" y="1001966"/>
                <a:ext cx="179927" cy="250058"/>
              </a:xfrm>
              <a:custGeom>
                <a:avLst/>
                <a:gdLst>
                  <a:gd name="connsiteX0" fmla="*/ 106871 w 179927"/>
                  <a:gd name="connsiteY0" fmla="*/ 33651 h 250058"/>
                  <a:gd name="connsiteX1" fmla="*/ 112967 w 179927"/>
                  <a:gd name="connsiteY1" fmla="*/ 4695 h 250058"/>
                  <a:gd name="connsiteX2" fmla="*/ 52102 w 179927"/>
                  <a:gd name="connsiteY2" fmla="*/ 4695 h 250058"/>
                  <a:gd name="connsiteX3" fmla="*/ 0 w 179927"/>
                  <a:gd name="connsiteY3" fmla="*/ 250059 h 250058"/>
                  <a:gd name="connsiteX4" fmla="*/ 64198 w 179927"/>
                  <a:gd name="connsiteY4" fmla="*/ 250059 h 250058"/>
                  <a:gd name="connsiteX5" fmla="*/ 92869 w 179927"/>
                  <a:gd name="connsiteY5" fmla="*/ 115661 h 250058"/>
                  <a:gd name="connsiteX6" fmla="*/ 167926 w 179927"/>
                  <a:gd name="connsiteY6" fmla="*/ 56606 h 250058"/>
                  <a:gd name="connsiteX7" fmla="*/ 179927 w 179927"/>
                  <a:gd name="connsiteY7" fmla="*/ 28 h 250058"/>
                  <a:gd name="connsiteX8" fmla="*/ 106680 w 179927"/>
                  <a:gd name="connsiteY8" fmla="*/ 33651 h 250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9927" h="250058">
                    <a:moveTo>
                      <a:pt x="106871" y="33651"/>
                    </a:moveTo>
                    <a:cubicBezTo>
                      <a:pt x="106871" y="33651"/>
                      <a:pt x="111823" y="10315"/>
                      <a:pt x="112967" y="4695"/>
                    </a:cubicBezTo>
                    <a:lnTo>
                      <a:pt x="52102" y="4695"/>
                    </a:lnTo>
                    <a:cubicBezTo>
                      <a:pt x="51244" y="9172"/>
                      <a:pt x="1333" y="243391"/>
                      <a:pt x="0" y="250059"/>
                    </a:cubicBezTo>
                    <a:lnTo>
                      <a:pt x="64198" y="250059"/>
                    </a:lnTo>
                    <a:cubicBezTo>
                      <a:pt x="65151" y="245773"/>
                      <a:pt x="92869" y="115661"/>
                      <a:pt x="92869" y="115661"/>
                    </a:cubicBezTo>
                    <a:cubicBezTo>
                      <a:pt x="97726" y="92230"/>
                      <a:pt x="105918" y="53653"/>
                      <a:pt x="167926" y="56606"/>
                    </a:cubicBezTo>
                    <a:cubicBezTo>
                      <a:pt x="168783" y="52510"/>
                      <a:pt x="178594" y="6600"/>
                      <a:pt x="179927" y="28"/>
                    </a:cubicBezTo>
                    <a:cubicBezTo>
                      <a:pt x="139827" y="-1115"/>
                      <a:pt x="106680" y="33651"/>
                      <a:pt x="106680" y="33651"/>
                    </a:cubicBezTo>
                    <a:close/>
                  </a:path>
                </a:pathLst>
              </a:custGeom>
              <a:grpFill/>
              <a:ln w="9525" cap="flat">
                <a:noFill/>
                <a:prstDash val="solid"/>
                <a:miter/>
              </a:ln>
            </p:spPr>
            <p:txBody>
              <a:bodyPr rtlCol="0" anchor="ctr"/>
              <a:lstStyle/>
              <a:p>
                <a:endParaRPr lang="en-IN"/>
              </a:p>
            </p:txBody>
          </p:sp>
          <p:sp>
            <p:nvSpPr>
              <p:cNvPr id="43" name="Freeform: Shape 42">
                <a:extLst>
                  <a:ext uri="{FF2B5EF4-FFF2-40B4-BE49-F238E27FC236}">
                    <a16:creationId xmlns:a16="http://schemas.microsoft.com/office/drawing/2014/main" id="{306EF937-29C0-BC4E-5BFC-1CDEC1D3EF3E}"/>
                  </a:ext>
                </a:extLst>
              </p:cNvPr>
              <p:cNvSpPr/>
              <p:nvPr/>
            </p:nvSpPr>
            <p:spPr>
              <a:xfrm>
                <a:off x="14647224" y="1001708"/>
                <a:ext cx="216934" cy="255174"/>
              </a:xfrm>
              <a:custGeom>
                <a:avLst/>
                <a:gdLst>
                  <a:gd name="connsiteX0" fmla="*/ 8433 w 216934"/>
                  <a:gd name="connsiteY0" fmla="*/ 124968 h 255174"/>
                  <a:gd name="connsiteX1" fmla="*/ 8433 w 216934"/>
                  <a:gd name="connsiteY1" fmla="*/ 124968 h 255174"/>
                  <a:gd name="connsiteX2" fmla="*/ 12719 w 216934"/>
                  <a:gd name="connsiteY2" fmla="*/ 232791 h 255174"/>
                  <a:gd name="connsiteX3" fmla="*/ 79775 w 216934"/>
                  <a:gd name="connsiteY3" fmla="*/ 255175 h 255174"/>
                  <a:gd name="connsiteX4" fmla="*/ 199028 w 216934"/>
                  <a:gd name="connsiteY4" fmla="*/ 163449 h 255174"/>
                  <a:gd name="connsiteX5" fmla="*/ 134734 w 216934"/>
                  <a:gd name="connsiteY5" fmla="*/ 163449 h 255174"/>
                  <a:gd name="connsiteX6" fmla="*/ 89205 w 216934"/>
                  <a:gd name="connsiteY6" fmla="*/ 216217 h 255174"/>
                  <a:gd name="connsiteX7" fmla="*/ 69297 w 216934"/>
                  <a:gd name="connsiteY7" fmla="*/ 208979 h 255174"/>
                  <a:gd name="connsiteX8" fmla="*/ 73774 w 216934"/>
                  <a:gd name="connsiteY8" fmla="*/ 119825 h 255174"/>
                  <a:gd name="connsiteX9" fmla="*/ 125685 w 216934"/>
                  <a:gd name="connsiteY9" fmla="*/ 38957 h 255174"/>
                  <a:gd name="connsiteX10" fmla="*/ 146926 w 216934"/>
                  <a:gd name="connsiteY10" fmla="*/ 46863 h 255174"/>
                  <a:gd name="connsiteX11" fmla="*/ 152355 w 216934"/>
                  <a:gd name="connsiteY11" fmla="*/ 66675 h 255174"/>
                  <a:gd name="connsiteX12" fmla="*/ 149784 w 216934"/>
                  <a:gd name="connsiteY12" fmla="*/ 88773 h 255174"/>
                  <a:gd name="connsiteX13" fmla="*/ 213887 w 216934"/>
                  <a:gd name="connsiteY13" fmla="*/ 88773 h 255174"/>
                  <a:gd name="connsiteX14" fmla="*/ 216935 w 216934"/>
                  <a:gd name="connsiteY14" fmla="*/ 63151 h 255174"/>
                  <a:gd name="connsiteX15" fmla="*/ 204838 w 216934"/>
                  <a:gd name="connsiteY15" fmla="*/ 23622 h 255174"/>
                  <a:gd name="connsiteX16" fmla="*/ 135020 w 216934"/>
                  <a:gd name="connsiteY16" fmla="*/ 0 h 255174"/>
                  <a:gd name="connsiteX17" fmla="*/ 8337 w 216934"/>
                  <a:gd name="connsiteY17" fmla="*/ 124873 h 255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16934" h="255174">
                    <a:moveTo>
                      <a:pt x="8433" y="124968"/>
                    </a:moveTo>
                    <a:lnTo>
                      <a:pt x="8433" y="124968"/>
                    </a:lnTo>
                    <a:cubicBezTo>
                      <a:pt x="-1854" y="173736"/>
                      <a:pt x="-5188" y="210788"/>
                      <a:pt x="12719" y="232791"/>
                    </a:cubicBezTo>
                    <a:cubicBezTo>
                      <a:pt x="24816" y="247936"/>
                      <a:pt x="46914" y="255175"/>
                      <a:pt x="79775" y="255175"/>
                    </a:cubicBezTo>
                    <a:cubicBezTo>
                      <a:pt x="145783" y="255175"/>
                      <a:pt x="184645" y="225171"/>
                      <a:pt x="199028" y="163449"/>
                    </a:cubicBezTo>
                    <a:lnTo>
                      <a:pt x="134734" y="163449"/>
                    </a:lnTo>
                    <a:cubicBezTo>
                      <a:pt x="127114" y="197358"/>
                      <a:pt x="110922" y="216217"/>
                      <a:pt x="89205" y="216217"/>
                    </a:cubicBezTo>
                    <a:cubicBezTo>
                      <a:pt x="79394" y="216217"/>
                      <a:pt x="73298" y="214027"/>
                      <a:pt x="69297" y="208979"/>
                    </a:cubicBezTo>
                    <a:cubicBezTo>
                      <a:pt x="60630" y="198406"/>
                      <a:pt x="61773" y="176022"/>
                      <a:pt x="73774" y="119825"/>
                    </a:cubicBezTo>
                    <a:cubicBezTo>
                      <a:pt x="84442" y="69723"/>
                      <a:pt x="92729" y="38957"/>
                      <a:pt x="125685" y="38957"/>
                    </a:cubicBezTo>
                    <a:cubicBezTo>
                      <a:pt x="135591" y="38957"/>
                      <a:pt x="142735" y="41624"/>
                      <a:pt x="146926" y="46863"/>
                    </a:cubicBezTo>
                    <a:cubicBezTo>
                      <a:pt x="150641" y="51435"/>
                      <a:pt x="152355" y="57722"/>
                      <a:pt x="152355" y="66675"/>
                    </a:cubicBezTo>
                    <a:cubicBezTo>
                      <a:pt x="152355" y="72676"/>
                      <a:pt x="151403" y="80105"/>
                      <a:pt x="149784" y="88773"/>
                    </a:cubicBezTo>
                    <a:lnTo>
                      <a:pt x="213887" y="88773"/>
                    </a:lnTo>
                    <a:cubicBezTo>
                      <a:pt x="215697" y="79534"/>
                      <a:pt x="216935" y="70771"/>
                      <a:pt x="216935" y="63151"/>
                    </a:cubicBezTo>
                    <a:cubicBezTo>
                      <a:pt x="216935" y="46768"/>
                      <a:pt x="212934" y="33623"/>
                      <a:pt x="204838" y="23622"/>
                    </a:cubicBezTo>
                    <a:cubicBezTo>
                      <a:pt x="192075" y="7906"/>
                      <a:pt x="168643" y="0"/>
                      <a:pt x="135020" y="0"/>
                    </a:cubicBezTo>
                    <a:cubicBezTo>
                      <a:pt x="42627" y="0"/>
                      <a:pt x="22434" y="59055"/>
                      <a:pt x="8337" y="124873"/>
                    </a:cubicBezTo>
                    <a:close/>
                  </a:path>
                </a:pathLst>
              </a:custGeom>
              <a:grpFill/>
              <a:ln w="9525" cap="flat">
                <a:noFill/>
                <a:prstDash val="solid"/>
                <a:miter/>
              </a:ln>
            </p:spPr>
            <p:txBody>
              <a:bodyPr rtlCol="0" anchor="ctr"/>
              <a:lstStyle/>
              <a:p>
                <a:endParaRPr lang="en-IN"/>
              </a:p>
            </p:txBody>
          </p:sp>
          <p:sp>
            <p:nvSpPr>
              <p:cNvPr id="44" name="Freeform: Shape 43">
                <a:extLst>
                  <a:ext uri="{FF2B5EF4-FFF2-40B4-BE49-F238E27FC236}">
                    <a16:creationId xmlns:a16="http://schemas.microsoft.com/office/drawing/2014/main" id="{83401AB8-69A5-9F4B-876C-21E464745599}"/>
                  </a:ext>
                </a:extLst>
              </p:cNvPr>
              <p:cNvSpPr/>
              <p:nvPr/>
            </p:nvSpPr>
            <p:spPr>
              <a:xfrm>
                <a:off x="14868655" y="1001803"/>
                <a:ext cx="215531" cy="255079"/>
              </a:xfrm>
              <a:custGeom>
                <a:avLst/>
                <a:gdLst>
                  <a:gd name="connsiteX0" fmla="*/ 215531 w 215531"/>
                  <a:gd name="connsiteY0" fmla="*/ 67913 h 255079"/>
                  <a:gd name="connsiteX1" fmla="*/ 203244 w 215531"/>
                  <a:gd name="connsiteY1" fmla="*/ 23336 h 255079"/>
                  <a:gd name="connsiteX2" fmla="*/ 135140 w 215531"/>
                  <a:gd name="connsiteY2" fmla="*/ 0 h 255079"/>
                  <a:gd name="connsiteX3" fmla="*/ 8553 w 215531"/>
                  <a:gd name="connsiteY3" fmla="*/ 124873 h 255079"/>
                  <a:gd name="connsiteX4" fmla="*/ 12744 w 215531"/>
                  <a:gd name="connsiteY4" fmla="*/ 232696 h 255079"/>
                  <a:gd name="connsiteX5" fmla="*/ 79705 w 215531"/>
                  <a:gd name="connsiteY5" fmla="*/ 255080 h 255079"/>
                  <a:gd name="connsiteX6" fmla="*/ 157143 w 215531"/>
                  <a:gd name="connsiteY6" fmla="*/ 231362 h 255079"/>
                  <a:gd name="connsiteX7" fmla="*/ 195624 w 215531"/>
                  <a:gd name="connsiteY7" fmla="*/ 171355 h 255079"/>
                  <a:gd name="connsiteX8" fmla="*/ 130568 w 215531"/>
                  <a:gd name="connsiteY8" fmla="*/ 171355 h 255079"/>
                  <a:gd name="connsiteX9" fmla="*/ 89135 w 215531"/>
                  <a:gd name="connsiteY9" fmla="*/ 216122 h 255079"/>
                  <a:gd name="connsiteX10" fmla="*/ 71037 w 215531"/>
                  <a:gd name="connsiteY10" fmla="*/ 208312 h 255079"/>
                  <a:gd name="connsiteX11" fmla="*/ 64179 w 215531"/>
                  <a:gd name="connsiteY11" fmla="*/ 182309 h 255079"/>
                  <a:gd name="connsiteX12" fmla="*/ 70370 w 215531"/>
                  <a:gd name="connsiteY12" fmla="*/ 138112 h 255079"/>
                  <a:gd name="connsiteX13" fmla="*/ 204578 w 215531"/>
                  <a:gd name="connsiteY13" fmla="*/ 138112 h 255079"/>
                  <a:gd name="connsiteX14" fmla="*/ 205149 w 215531"/>
                  <a:gd name="connsiteY14" fmla="*/ 135827 h 255079"/>
                  <a:gd name="connsiteX15" fmla="*/ 215531 w 215531"/>
                  <a:gd name="connsiteY15" fmla="*/ 67818 h 255079"/>
                  <a:gd name="connsiteX16" fmla="*/ 79038 w 215531"/>
                  <a:gd name="connsiteY16" fmla="*/ 97822 h 255079"/>
                  <a:gd name="connsiteX17" fmla="*/ 125901 w 215531"/>
                  <a:gd name="connsiteY17" fmla="*/ 37433 h 255079"/>
                  <a:gd name="connsiteX18" fmla="*/ 147618 w 215531"/>
                  <a:gd name="connsiteY18" fmla="*/ 45910 h 255079"/>
                  <a:gd name="connsiteX19" fmla="*/ 148952 w 215531"/>
                  <a:gd name="connsiteY19" fmla="*/ 97917 h 255079"/>
                  <a:gd name="connsiteX20" fmla="*/ 147999 w 215531"/>
                  <a:gd name="connsiteY20" fmla="*/ 102203 h 255079"/>
                  <a:gd name="connsiteX21" fmla="*/ 77990 w 215531"/>
                  <a:gd name="connsiteY21" fmla="*/ 102203 h 255079"/>
                  <a:gd name="connsiteX22" fmla="*/ 78943 w 215531"/>
                  <a:gd name="connsiteY22" fmla="*/ 97727 h 255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15531" h="255079">
                    <a:moveTo>
                      <a:pt x="215531" y="67913"/>
                    </a:moveTo>
                    <a:cubicBezTo>
                      <a:pt x="215531" y="50102"/>
                      <a:pt x="212197" y="34766"/>
                      <a:pt x="203244" y="23336"/>
                    </a:cubicBezTo>
                    <a:cubicBezTo>
                      <a:pt x="190862" y="7620"/>
                      <a:pt x="168573" y="0"/>
                      <a:pt x="135140" y="0"/>
                    </a:cubicBezTo>
                    <a:cubicBezTo>
                      <a:pt x="42653" y="0"/>
                      <a:pt x="22460" y="59055"/>
                      <a:pt x="8553" y="124873"/>
                    </a:cubicBezTo>
                    <a:cubicBezTo>
                      <a:pt x="-2020" y="173641"/>
                      <a:pt x="-5068" y="210693"/>
                      <a:pt x="12744" y="232696"/>
                    </a:cubicBezTo>
                    <a:cubicBezTo>
                      <a:pt x="25031" y="247840"/>
                      <a:pt x="46939" y="255080"/>
                      <a:pt x="79705" y="255080"/>
                    </a:cubicBezTo>
                    <a:cubicBezTo>
                      <a:pt x="110375" y="255080"/>
                      <a:pt x="137236" y="246888"/>
                      <a:pt x="157143" y="231362"/>
                    </a:cubicBezTo>
                    <a:cubicBezTo>
                      <a:pt x="175812" y="217170"/>
                      <a:pt x="188671" y="196882"/>
                      <a:pt x="195624" y="171355"/>
                    </a:cubicBezTo>
                    <a:lnTo>
                      <a:pt x="130568" y="171355"/>
                    </a:lnTo>
                    <a:cubicBezTo>
                      <a:pt x="123615" y="200882"/>
                      <a:pt x="109899" y="216122"/>
                      <a:pt x="89135" y="216122"/>
                    </a:cubicBezTo>
                    <a:cubicBezTo>
                      <a:pt x="81324" y="216122"/>
                      <a:pt x="75323" y="213551"/>
                      <a:pt x="71037" y="208312"/>
                    </a:cubicBezTo>
                    <a:cubicBezTo>
                      <a:pt x="66084" y="202120"/>
                      <a:pt x="64179" y="192977"/>
                      <a:pt x="64179" y="182309"/>
                    </a:cubicBezTo>
                    <a:cubicBezTo>
                      <a:pt x="64179" y="168783"/>
                      <a:pt x="67227" y="152972"/>
                      <a:pt x="70370" y="138112"/>
                    </a:cubicBezTo>
                    <a:lnTo>
                      <a:pt x="204578" y="138112"/>
                    </a:lnTo>
                    <a:lnTo>
                      <a:pt x="205149" y="135827"/>
                    </a:lnTo>
                    <a:cubicBezTo>
                      <a:pt x="210769" y="112109"/>
                      <a:pt x="215531" y="88392"/>
                      <a:pt x="215531" y="67818"/>
                    </a:cubicBezTo>
                    <a:close/>
                    <a:moveTo>
                      <a:pt x="79038" y="97822"/>
                    </a:moveTo>
                    <a:cubicBezTo>
                      <a:pt x="83610" y="76771"/>
                      <a:pt x="91802" y="37433"/>
                      <a:pt x="125901" y="37433"/>
                    </a:cubicBezTo>
                    <a:cubicBezTo>
                      <a:pt x="135712" y="37433"/>
                      <a:pt x="143046" y="40291"/>
                      <a:pt x="147618" y="45910"/>
                    </a:cubicBezTo>
                    <a:cubicBezTo>
                      <a:pt x="157429" y="58102"/>
                      <a:pt x="152762" y="80296"/>
                      <a:pt x="148952" y="97917"/>
                    </a:cubicBezTo>
                    <a:lnTo>
                      <a:pt x="147999" y="102203"/>
                    </a:lnTo>
                    <a:lnTo>
                      <a:pt x="77990" y="102203"/>
                    </a:lnTo>
                    <a:lnTo>
                      <a:pt x="78943" y="97727"/>
                    </a:lnTo>
                    <a:close/>
                  </a:path>
                </a:pathLst>
              </a:custGeom>
              <a:grpFill/>
              <a:ln w="9525" cap="flat">
                <a:noFill/>
                <a:prstDash val="solid"/>
                <a:miter/>
              </a:ln>
            </p:spPr>
            <p:txBody>
              <a:bodyPr rtlCol="0" anchor="ctr"/>
              <a:lstStyle/>
              <a:p>
                <a:endParaRPr lang="en-IN"/>
              </a:p>
            </p:txBody>
          </p:sp>
        </p:grpSp>
        <p:grpSp>
          <p:nvGrpSpPr>
            <p:cNvPr id="30" name="Graphic 48">
              <a:extLst>
                <a:ext uri="{FF2B5EF4-FFF2-40B4-BE49-F238E27FC236}">
                  <a16:creationId xmlns:a16="http://schemas.microsoft.com/office/drawing/2014/main" id="{F67FD165-230F-E50F-3004-B2CA6B0C57C3}"/>
                </a:ext>
              </a:extLst>
            </p:cNvPr>
            <p:cNvGrpSpPr/>
            <p:nvPr/>
          </p:nvGrpSpPr>
          <p:grpSpPr>
            <a:xfrm>
              <a:off x="15103999" y="1010566"/>
              <a:ext cx="48577" cy="48577"/>
              <a:chOff x="15103999" y="1010566"/>
              <a:chExt cx="48577" cy="48577"/>
            </a:xfrm>
            <a:grpFill/>
          </p:grpSpPr>
          <p:sp>
            <p:nvSpPr>
              <p:cNvPr id="31" name="Freeform: Shape 30">
                <a:extLst>
                  <a:ext uri="{FF2B5EF4-FFF2-40B4-BE49-F238E27FC236}">
                    <a16:creationId xmlns:a16="http://schemas.microsoft.com/office/drawing/2014/main" id="{73E23118-AE80-4A04-AFB3-E533CDA9BDD5}"/>
                  </a:ext>
                </a:extLst>
              </p:cNvPr>
              <p:cNvSpPr/>
              <p:nvPr/>
            </p:nvSpPr>
            <p:spPr>
              <a:xfrm>
                <a:off x="15121430" y="1021996"/>
                <a:ext cx="17621" cy="25145"/>
              </a:xfrm>
              <a:custGeom>
                <a:avLst/>
                <a:gdLst>
                  <a:gd name="connsiteX0" fmla="*/ 13716 w 17621"/>
                  <a:gd name="connsiteY0" fmla="*/ 25051 h 25145"/>
                  <a:gd name="connsiteX1" fmla="*/ 7048 w 17621"/>
                  <a:gd name="connsiteY1" fmla="*/ 14383 h 25145"/>
                  <a:gd name="connsiteX2" fmla="*/ 3334 w 17621"/>
                  <a:gd name="connsiteY2" fmla="*/ 14288 h 25145"/>
                  <a:gd name="connsiteX3" fmla="*/ 3334 w 17621"/>
                  <a:gd name="connsiteY3" fmla="*/ 25146 h 25145"/>
                  <a:gd name="connsiteX4" fmla="*/ 0 w 17621"/>
                  <a:gd name="connsiteY4" fmla="*/ 25146 h 25145"/>
                  <a:gd name="connsiteX5" fmla="*/ 0 w 17621"/>
                  <a:gd name="connsiteY5" fmla="*/ 190 h 25145"/>
                  <a:gd name="connsiteX6" fmla="*/ 2667 w 17621"/>
                  <a:gd name="connsiteY6" fmla="*/ 0 h 25145"/>
                  <a:gd name="connsiteX7" fmla="*/ 6191 w 17621"/>
                  <a:gd name="connsiteY7" fmla="*/ 0 h 25145"/>
                  <a:gd name="connsiteX8" fmla="*/ 15240 w 17621"/>
                  <a:gd name="connsiteY8" fmla="*/ 7144 h 25145"/>
                  <a:gd name="connsiteX9" fmla="*/ 13811 w 17621"/>
                  <a:gd name="connsiteY9" fmla="*/ 11335 h 25145"/>
                  <a:gd name="connsiteX10" fmla="*/ 10382 w 17621"/>
                  <a:gd name="connsiteY10" fmla="*/ 13621 h 25145"/>
                  <a:gd name="connsiteX11" fmla="*/ 17621 w 17621"/>
                  <a:gd name="connsiteY11" fmla="*/ 25051 h 25145"/>
                  <a:gd name="connsiteX12" fmla="*/ 13716 w 17621"/>
                  <a:gd name="connsiteY12" fmla="*/ 25051 h 25145"/>
                  <a:gd name="connsiteX13" fmla="*/ 3429 w 17621"/>
                  <a:gd name="connsiteY13" fmla="*/ 3143 h 25145"/>
                  <a:gd name="connsiteX14" fmla="*/ 3429 w 17621"/>
                  <a:gd name="connsiteY14" fmla="*/ 11240 h 25145"/>
                  <a:gd name="connsiteX15" fmla="*/ 5810 w 17621"/>
                  <a:gd name="connsiteY15" fmla="*/ 11430 h 25145"/>
                  <a:gd name="connsiteX16" fmla="*/ 10382 w 17621"/>
                  <a:gd name="connsiteY16" fmla="*/ 10477 h 25145"/>
                  <a:gd name="connsiteX17" fmla="*/ 11716 w 17621"/>
                  <a:gd name="connsiteY17" fmla="*/ 6953 h 25145"/>
                  <a:gd name="connsiteX18" fmla="*/ 10287 w 17621"/>
                  <a:gd name="connsiteY18" fmla="*/ 3905 h 25145"/>
                  <a:gd name="connsiteX19" fmla="*/ 5524 w 17621"/>
                  <a:gd name="connsiteY19" fmla="*/ 3048 h 25145"/>
                  <a:gd name="connsiteX20" fmla="*/ 3429 w 17621"/>
                  <a:gd name="connsiteY20" fmla="*/ 3238 h 25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621" h="25145">
                    <a:moveTo>
                      <a:pt x="13716" y="25051"/>
                    </a:moveTo>
                    <a:lnTo>
                      <a:pt x="7048" y="14383"/>
                    </a:lnTo>
                    <a:cubicBezTo>
                      <a:pt x="6287" y="14383"/>
                      <a:pt x="5048" y="14383"/>
                      <a:pt x="3334" y="14288"/>
                    </a:cubicBezTo>
                    <a:lnTo>
                      <a:pt x="3334" y="25146"/>
                    </a:lnTo>
                    <a:lnTo>
                      <a:pt x="0" y="25146"/>
                    </a:lnTo>
                    <a:lnTo>
                      <a:pt x="0" y="190"/>
                    </a:lnTo>
                    <a:cubicBezTo>
                      <a:pt x="0" y="190"/>
                      <a:pt x="1048" y="190"/>
                      <a:pt x="2667" y="0"/>
                    </a:cubicBezTo>
                    <a:cubicBezTo>
                      <a:pt x="4286" y="0"/>
                      <a:pt x="5524" y="0"/>
                      <a:pt x="6191" y="0"/>
                    </a:cubicBezTo>
                    <a:cubicBezTo>
                      <a:pt x="12287" y="0"/>
                      <a:pt x="15240" y="2381"/>
                      <a:pt x="15240" y="7144"/>
                    </a:cubicBezTo>
                    <a:cubicBezTo>
                      <a:pt x="15240" y="8668"/>
                      <a:pt x="14764" y="10096"/>
                      <a:pt x="13811" y="11335"/>
                    </a:cubicBezTo>
                    <a:cubicBezTo>
                      <a:pt x="12859" y="12573"/>
                      <a:pt x="11621" y="13335"/>
                      <a:pt x="10382" y="13621"/>
                    </a:cubicBezTo>
                    <a:lnTo>
                      <a:pt x="17621" y="25051"/>
                    </a:lnTo>
                    <a:lnTo>
                      <a:pt x="13716" y="25051"/>
                    </a:lnTo>
                    <a:close/>
                    <a:moveTo>
                      <a:pt x="3429" y="3143"/>
                    </a:moveTo>
                    <a:lnTo>
                      <a:pt x="3429" y="11240"/>
                    </a:lnTo>
                    <a:cubicBezTo>
                      <a:pt x="4286" y="11335"/>
                      <a:pt x="5144" y="11430"/>
                      <a:pt x="5810" y="11430"/>
                    </a:cubicBezTo>
                    <a:cubicBezTo>
                      <a:pt x="7906" y="11430"/>
                      <a:pt x="9335" y="11049"/>
                      <a:pt x="10382" y="10477"/>
                    </a:cubicBezTo>
                    <a:cubicBezTo>
                      <a:pt x="11239" y="9811"/>
                      <a:pt x="11716" y="8668"/>
                      <a:pt x="11716" y="6953"/>
                    </a:cubicBezTo>
                    <a:cubicBezTo>
                      <a:pt x="11716" y="5524"/>
                      <a:pt x="11239" y="4572"/>
                      <a:pt x="10287" y="3905"/>
                    </a:cubicBezTo>
                    <a:cubicBezTo>
                      <a:pt x="9335" y="3238"/>
                      <a:pt x="7715" y="3048"/>
                      <a:pt x="5524" y="3048"/>
                    </a:cubicBezTo>
                    <a:cubicBezTo>
                      <a:pt x="5144" y="3048"/>
                      <a:pt x="4477" y="3048"/>
                      <a:pt x="3429" y="3238"/>
                    </a:cubicBezTo>
                    <a:close/>
                  </a:path>
                </a:pathLst>
              </a:custGeom>
              <a:grp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CD038607-F597-9300-EABA-34675E03DC23}"/>
                  </a:ext>
                </a:extLst>
              </p:cNvPr>
              <p:cNvSpPr/>
              <p:nvPr/>
            </p:nvSpPr>
            <p:spPr>
              <a:xfrm>
                <a:off x="15103999" y="1010566"/>
                <a:ext cx="48577" cy="48577"/>
              </a:xfrm>
              <a:custGeom>
                <a:avLst/>
                <a:gdLst>
                  <a:gd name="connsiteX0" fmla="*/ 0 w 48577"/>
                  <a:gd name="connsiteY0" fmla="*/ 24289 h 48577"/>
                  <a:gd name="connsiteX1" fmla="*/ 24289 w 48577"/>
                  <a:gd name="connsiteY1" fmla="*/ 0 h 48577"/>
                  <a:gd name="connsiteX2" fmla="*/ 24289 w 48577"/>
                  <a:gd name="connsiteY2" fmla="*/ 0 h 48577"/>
                  <a:gd name="connsiteX3" fmla="*/ 48577 w 48577"/>
                  <a:gd name="connsiteY3" fmla="*/ 24289 h 48577"/>
                  <a:gd name="connsiteX4" fmla="*/ 48577 w 48577"/>
                  <a:gd name="connsiteY4" fmla="*/ 24289 h 48577"/>
                  <a:gd name="connsiteX5" fmla="*/ 24289 w 48577"/>
                  <a:gd name="connsiteY5" fmla="*/ 48577 h 48577"/>
                  <a:gd name="connsiteX6" fmla="*/ 24289 w 48577"/>
                  <a:gd name="connsiteY6" fmla="*/ 48577 h 48577"/>
                  <a:gd name="connsiteX7" fmla="*/ 0 w 48577"/>
                  <a:gd name="connsiteY7" fmla="*/ 24289 h 48577"/>
                  <a:gd name="connsiteX8" fmla="*/ 0 w 48577"/>
                  <a:gd name="connsiteY8" fmla="*/ 24289 h 48577"/>
                  <a:gd name="connsiteX9" fmla="*/ 2096 w 48577"/>
                  <a:gd name="connsiteY9" fmla="*/ 24289 h 48577"/>
                  <a:gd name="connsiteX10" fmla="*/ 24289 w 48577"/>
                  <a:gd name="connsiteY10" fmla="*/ 46482 h 48577"/>
                  <a:gd name="connsiteX11" fmla="*/ 24289 w 48577"/>
                  <a:gd name="connsiteY11" fmla="*/ 46482 h 48577"/>
                  <a:gd name="connsiteX12" fmla="*/ 46577 w 48577"/>
                  <a:gd name="connsiteY12" fmla="*/ 24289 h 48577"/>
                  <a:gd name="connsiteX13" fmla="*/ 46577 w 48577"/>
                  <a:gd name="connsiteY13" fmla="*/ 24289 h 48577"/>
                  <a:gd name="connsiteX14" fmla="*/ 24289 w 48577"/>
                  <a:gd name="connsiteY14" fmla="*/ 2000 h 48577"/>
                  <a:gd name="connsiteX15" fmla="*/ 24289 w 48577"/>
                  <a:gd name="connsiteY15" fmla="*/ 2000 h 48577"/>
                  <a:gd name="connsiteX16" fmla="*/ 2096 w 48577"/>
                  <a:gd name="connsiteY16" fmla="*/ 24289 h 48577"/>
                  <a:gd name="connsiteX17" fmla="*/ 2096 w 48577"/>
                  <a:gd name="connsiteY17" fmla="*/ 24289 h 4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8577" h="48577">
                    <a:moveTo>
                      <a:pt x="0" y="24289"/>
                    </a:moveTo>
                    <a:cubicBezTo>
                      <a:pt x="0" y="10858"/>
                      <a:pt x="10858" y="0"/>
                      <a:pt x="24289" y="0"/>
                    </a:cubicBezTo>
                    <a:lnTo>
                      <a:pt x="24289" y="0"/>
                    </a:lnTo>
                    <a:cubicBezTo>
                      <a:pt x="37719" y="0"/>
                      <a:pt x="48577" y="10858"/>
                      <a:pt x="48577" y="24289"/>
                    </a:cubicBezTo>
                    <a:lnTo>
                      <a:pt x="48577" y="24289"/>
                    </a:lnTo>
                    <a:cubicBezTo>
                      <a:pt x="48577" y="37624"/>
                      <a:pt x="37719" y="48577"/>
                      <a:pt x="24289" y="48577"/>
                    </a:cubicBezTo>
                    <a:lnTo>
                      <a:pt x="24289" y="48577"/>
                    </a:lnTo>
                    <a:cubicBezTo>
                      <a:pt x="10858" y="48577"/>
                      <a:pt x="0" y="37624"/>
                      <a:pt x="0" y="24289"/>
                    </a:cubicBezTo>
                    <a:lnTo>
                      <a:pt x="0" y="24289"/>
                    </a:lnTo>
                    <a:close/>
                    <a:moveTo>
                      <a:pt x="2096" y="24289"/>
                    </a:moveTo>
                    <a:cubicBezTo>
                      <a:pt x="2096" y="36481"/>
                      <a:pt x="12001" y="46482"/>
                      <a:pt x="24289" y="46482"/>
                    </a:cubicBezTo>
                    <a:lnTo>
                      <a:pt x="24289" y="46482"/>
                    </a:lnTo>
                    <a:cubicBezTo>
                      <a:pt x="36576" y="46482"/>
                      <a:pt x="46482" y="36481"/>
                      <a:pt x="46577" y="24289"/>
                    </a:cubicBezTo>
                    <a:lnTo>
                      <a:pt x="46577" y="24289"/>
                    </a:lnTo>
                    <a:cubicBezTo>
                      <a:pt x="46577" y="12002"/>
                      <a:pt x="36671" y="2000"/>
                      <a:pt x="24289" y="2000"/>
                    </a:cubicBezTo>
                    <a:lnTo>
                      <a:pt x="24289" y="2000"/>
                    </a:lnTo>
                    <a:cubicBezTo>
                      <a:pt x="12001" y="2000"/>
                      <a:pt x="2096" y="12002"/>
                      <a:pt x="2096" y="24289"/>
                    </a:cubicBezTo>
                    <a:lnTo>
                      <a:pt x="2096" y="24289"/>
                    </a:lnTo>
                    <a:close/>
                  </a:path>
                </a:pathLst>
              </a:custGeom>
              <a:grpFill/>
              <a:ln w="9525" cap="flat">
                <a:noFill/>
                <a:prstDash val="solid"/>
                <a:miter/>
              </a:ln>
            </p:spPr>
            <p:txBody>
              <a:bodyPr rtlCol="0" anchor="ctr"/>
              <a:lstStyle/>
              <a:p>
                <a:endParaRPr lang="en-IN"/>
              </a:p>
            </p:txBody>
          </p:sp>
        </p:grpSp>
      </p:grpSp>
    </p:spTree>
    <p:extLst>
      <p:ext uri="{BB962C8B-B14F-4D97-AF65-F5344CB8AC3E}">
        <p14:creationId xmlns:p14="http://schemas.microsoft.com/office/powerpoint/2010/main" val="2106700880"/>
      </p:ext>
    </p:extLst>
  </p:cSld>
  <p:clrMapOvr>
    <a:masterClrMapping/>
  </p:clrMapOvr>
</p:sld>
</file>

<file path=ppt/theme/theme1.xml><?xml version="1.0" encoding="utf-8"?>
<a:theme xmlns:a="http://schemas.openxmlformats.org/drawingml/2006/main" name="1_Office Theme">
  <a:themeElements>
    <a:clrScheme name="FSL Brand Colors">
      <a:dk1>
        <a:srgbClr val="000000"/>
      </a:dk1>
      <a:lt1>
        <a:srgbClr val="FFFFFF"/>
      </a:lt1>
      <a:dk2>
        <a:srgbClr val="0E2841"/>
      </a:dk2>
      <a:lt2>
        <a:srgbClr val="E8E8E8"/>
      </a:lt2>
      <a:accent1>
        <a:srgbClr val="1C2247"/>
      </a:accent1>
      <a:accent2>
        <a:srgbClr val="13338E"/>
      </a:accent2>
      <a:accent3>
        <a:srgbClr val="2746C3"/>
      </a:accent3>
      <a:accent4>
        <a:srgbClr val="6CB1DB"/>
      </a:accent4>
      <a:accent5>
        <a:srgbClr val="E16127"/>
      </a:accent5>
      <a:accent6>
        <a:srgbClr val="000000"/>
      </a:accent6>
      <a:hlink>
        <a:srgbClr val="E16127"/>
      </a:hlink>
      <a:folHlink>
        <a:srgbClr val="1C2247"/>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364</Words>
  <Application>Microsoft Office PowerPoint</Application>
  <PresentationFormat>Widescreen</PresentationFormat>
  <Paragraphs>98</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Calibri</vt:lpstr>
      <vt:lpstr>Franklin Gothic Book</vt:lpstr>
      <vt:lpstr>Franklin Gothic Medium</vt:lpstr>
      <vt:lpstr>Franklin Gothic Medium Cond</vt:lpstr>
      <vt:lpstr>1_Office Theme</vt:lpstr>
      <vt:lpstr>PowerPoint Presentation</vt:lpstr>
      <vt:lpstr>Executive Summary</vt:lpstr>
      <vt:lpstr>Deal Summary</vt:lpstr>
      <vt:lpstr>Synergy Tracker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Hanum Merchant</dc:creator>
  <cp:lastModifiedBy>Hanum Merchant</cp:lastModifiedBy>
  <cp:revision>1</cp:revision>
  <dcterms:created xsi:type="dcterms:W3CDTF">2026-08-07T15:30:41Z</dcterms:created>
  <dcterms:modified xsi:type="dcterms:W3CDTF">2026-08-08T06:26:28Z</dcterms:modified>
</cp:coreProperties>
</file>